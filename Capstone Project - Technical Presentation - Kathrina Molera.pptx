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147483632" r:id="rId2"/>
    <p:sldId id="2147483645" r:id="rId3"/>
    <p:sldId id="2147483642" r:id="rId4"/>
    <p:sldId id="2147483634" r:id="rId5"/>
    <p:sldId id="2147483635" r:id="rId6"/>
    <p:sldId id="2147483633" r:id="rId7"/>
    <p:sldId id="2147483641" r:id="rId8"/>
    <p:sldId id="2147483637" r:id="rId9"/>
    <p:sldId id="2147483638" r:id="rId10"/>
    <p:sldId id="2147483643" r:id="rId11"/>
    <p:sldId id="256" r:id="rId12"/>
    <p:sldId id="2147483639" r:id="rId13"/>
    <p:sldId id="2147483644" r:id="rId14"/>
    <p:sldId id="257" r:id="rId15"/>
    <p:sldId id="258" r:id="rId16"/>
    <p:sldId id="2147483640" r:id="rId17"/>
    <p:sldId id="214748364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F2F5F9"/>
    <a:srgbClr val="8BB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CBF0F-A6DC-4735-B305-38CD6725524F}" type="datetimeFigureOut">
              <a:rPr lang="en-PH" smtClean="0"/>
              <a:t>10/4/2026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7D115-257F-49F9-A9F0-8F3AD4B81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497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">
  <p:cSld name="1_Title 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7"/>
          <p:cNvSpPr/>
          <p:nvPr/>
        </p:nvSpPr>
        <p:spPr>
          <a:xfrm>
            <a:off x="6" y="5"/>
            <a:ext cx="301544" cy="3472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5951" y="21249"/>
                </a:moveTo>
                <a:lnTo>
                  <a:pt x="6057" y="21267"/>
                </a:lnTo>
                <a:lnTo>
                  <a:pt x="5725" y="21319"/>
                </a:lnTo>
                <a:lnTo>
                  <a:pt x="5799" y="21275"/>
                </a:lnTo>
                <a:cubicBezTo>
                  <a:pt x="5846" y="21258"/>
                  <a:pt x="5897" y="21249"/>
                  <a:pt x="5951" y="21249"/>
                </a:cubicBezTo>
                <a:close/>
                <a:moveTo>
                  <a:pt x="5016" y="21249"/>
                </a:moveTo>
                <a:cubicBezTo>
                  <a:pt x="5124" y="21249"/>
                  <a:pt x="5222" y="21287"/>
                  <a:pt x="5293" y="21348"/>
                </a:cubicBezTo>
                <a:lnTo>
                  <a:pt x="5309" y="21383"/>
                </a:lnTo>
                <a:lnTo>
                  <a:pt x="5162" y="21406"/>
                </a:lnTo>
                <a:lnTo>
                  <a:pt x="4686" y="21459"/>
                </a:lnTo>
                <a:lnTo>
                  <a:pt x="4739" y="21348"/>
                </a:lnTo>
                <a:cubicBezTo>
                  <a:pt x="4810" y="21287"/>
                  <a:pt x="4908" y="21249"/>
                  <a:pt x="5016" y="21249"/>
                </a:cubicBezTo>
                <a:close/>
                <a:moveTo>
                  <a:pt x="4080" y="21249"/>
                </a:moveTo>
                <a:cubicBezTo>
                  <a:pt x="4188" y="21249"/>
                  <a:pt x="4286" y="21287"/>
                  <a:pt x="4357" y="21348"/>
                </a:cubicBezTo>
                <a:lnTo>
                  <a:pt x="4423" y="21488"/>
                </a:lnTo>
                <a:lnTo>
                  <a:pt x="4192" y="21513"/>
                </a:lnTo>
                <a:lnTo>
                  <a:pt x="3710" y="21545"/>
                </a:lnTo>
                <a:lnTo>
                  <a:pt x="3803" y="21348"/>
                </a:lnTo>
                <a:cubicBezTo>
                  <a:pt x="3874" y="21287"/>
                  <a:pt x="3972" y="21249"/>
                  <a:pt x="4080" y="21249"/>
                </a:cubicBezTo>
                <a:close/>
                <a:moveTo>
                  <a:pt x="3145" y="21249"/>
                </a:moveTo>
                <a:cubicBezTo>
                  <a:pt x="3253" y="21249"/>
                  <a:pt x="3351" y="21287"/>
                  <a:pt x="3422" y="21348"/>
                </a:cubicBezTo>
                <a:lnTo>
                  <a:pt x="3521" y="21557"/>
                </a:lnTo>
                <a:lnTo>
                  <a:pt x="3207" y="21578"/>
                </a:lnTo>
                <a:lnTo>
                  <a:pt x="2753" y="21588"/>
                </a:lnTo>
                <a:lnTo>
                  <a:pt x="2868" y="21348"/>
                </a:lnTo>
                <a:cubicBezTo>
                  <a:pt x="2939" y="21287"/>
                  <a:pt x="3037" y="21249"/>
                  <a:pt x="3145" y="21249"/>
                </a:cubicBezTo>
                <a:close/>
                <a:moveTo>
                  <a:pt x="2209" y="21249"/>
                </a:moveTo>
                <a:cubicBezTo>
                  <a:pt x="2425" y="21249"/>
                  <a:pt x="2601" y="21401"/>
                  <a:pt x="2601" y="21589"/>
                </a:cubicBezTo>
                <a:lnTo>
                  <a:pt x="2599" y="21591"/>
                </a:lnTo>
                <a:lnTo>
                  <a:pt x="2209" y="21600"/>
                </a:lnTo>
                <a:lnTo>
                  <a:pt x="1819" y="21591"/>
                </a:lnTo>
                <a:lnTo>
                  <a:pt x="1818" y="21589"/>
                </a:lnTo>
                <a:cubicBezTo>
                  <a:pt x="1818" y="21401"/>
                  <a:pt x="1993" y="21249"/>
                  <a:pt x="2209" y="21249"/>
                </a:cubicBezTo>
                <a:close/>
                <a:moveTo>
                  <a:pt x="1274" y="21249"/>
                </a:moveTo>
                <a:cubicBezTo>
                  <a:pt x="1382" y="21249"/>
                  <a:pt x="1480" y="21287"/>
                  <a:pt x="1551" y="21348"/>
                </a:cubicBezTo>
                <a:lnTo>
                  <a:pt x="1665" y="21588"/>
                </a:lnTo>
                <a:lnTo>
                  <a:pt x="1211" y="21578"/>
                </a:lnTo>
                <a:lnTo>
                  <a:pt x="897" y="21557"/>
                </a:lnTo>
                <a:lnTo>
                  <a:pt x="997" y="21348"/>
                </a:lnTo>
                <a:cubicBezTo>
                  <a:pt x="1068" y="21287"/>
                  <a:pt x="1166" y="21249"/>
                  <a:pt x="1274" y="21249"/>
                </a:cubicBezTo>
                <a:close/>
                <a:moveTo>
                  <a:pt x="338" y="21249"/>
                </a:moveTo>
                <a:cubicBezTo>
                  <a:pt x="446" y="21249"/>
                  <a:pt x="544" y="21287"/>
                  <a:pt x="615" y="21348"/>
                </a:cubicBezTo>
                <a:lnTo>
                  <a:pt x="709" y="21545"/>
                </a:lnTo>
                <a:lnTo>
                  <a:pt x="226" y="21513"/>
                </a:lnTo>
                <a:lnTo>
                  <a:pt x="0" y="21488"/>
                </a:lnTo>
                <a:lnTo>
                  <a:pt x="0" y="21477"/>
                </a:lnTo>
                <a:lnTo>
                  <a:pt x="61" y="21348"/>
                </a:lnTo>
                <a:cubicBezTo>
                  <a:pt x="132" y="21287"/>
                  <a:pt x="230" y="21249"/>
                  <a:pt x="338" y="21249"/>
                </a:cubicBezTo>
                <a:close/>
                <a:moveTo>
                  <a:pt x="8758" y="20348"/>
                </a:moveTo>
                <a:cubicBezTo>
                  <a:pt x="8866" y="20348"/>
                  <a:pt x="8964" y="20386"/>
                  <a:pt x="9034" y="20447"/>
                </a:cubicBezTo>
                <a:lnTo>
                  <a:pt x="9059" y="20499"/>
                </a:lnTo>
                <a:lnTo>
                  <a:pt x="8379" y="20715"/>
                </a:lnTo>
                <a:lnTo>
                  <a:pt x="8366" y="20688"/>
                </a:lnTo>
                <a:cubicBezTo>
                  <a:pt x="8366" y="20500"/>
                  <a:pt x="8541" y="20348"/>
                  <a:pt x="8758" y="20348"/>
                </a:cubicBezTo>
                <a:close/>
                <a:moveTo>
                  <a:pt x="7822" y="20348"/>
                </a:moveTo>
                <a:cubicBezTo>
                  <a:pt x="8038" y="20348"/>
                  <a:pt x="8214" y="20500"/>
                  <a:pt x="8214" y="20688"/>
                </a:cubicBezTo>
                <a:lnTo>
                  <a:pt x="8169" y="20782"/>
                </a:lnTo>
                <a:lnTo>
                  <a:pt x="7976" y="20843"/>
                </a:lnTo>
                <a:lnTo>
                  <a:pt x="7570" y="20943"/>
                </a:lnTo>
                <a:lnTo>
                  <a:pt x="7545" y="20928"/>
                </a:lnTo>
                <a:cubicBezTo>
                  <a:pt x="7474" y="20867"/>
                  <a:pt x="7431" y="20782"/>
                  <a:pt x="7431" y="20688"/>
                </a:cubicBezTo>
                <a:cubicBezTo>
                  <a:pt x="7431" y="20500"/>
                  <a:pt x="7606" y="20348"/>
                  <a:pt x="7822" y="20348"/>
                </a:cubicBezTo>
                <a:close/>
                <a:moveTo>
                  <a:pt x="6887" y="20348"/>
                </a:moveTo>
                <a:cubicBezTo>
                  <a:pt x="7103" y="20348"/>
                  <a:pt x="7278" y="20500"/>
                  <a:pt x="7278" y="20688"/>
                </a:cubicBezTo>
                <a:cubicBezTo>
                  <a:pt x="7278" y="20876"/>
                  <a:pt x="7103" y="21028"/>
                  <a:pt x="6887" y="21028"/>
                </a:cubicBezTo>
                <a:cubicBezTo>
                  <a:pt x="6670" y="21028"/>
                  <a:pt x="6495" y="20876"/>
                  <a:pt x="6495" y="20688"/>
                </a:cubicBezTo>
                <a:cubicBezTo>
                  <a:pt x="6495" y="20500"/>
                  <a:pt x="6670" y="20348"/>
                  <a:pt x="6887" y="20348"/>
                </a:cubicBezTo>
                <a:close/>
                <a:moveTo>
                  <a:pt x="5951" y="20348"/>
                </a:moveTo>
                <a:cubicBezTo>
                  <a:pt x="6167" y="20348"/>
                  <a:pt x="6343" y="20500"/>
                  <a:pt x="6343" y="20688"/>
                </a:cubicBezTo>
                <a:cubicBezTo>
                  <a:pt x="6343" y="20876"/>
                  <a:pt x="6167" y="21028"/>
                  <a:pt x="5951" y="21028"/>
                </a:cubicBezTo>
                <a:cubicBezTo>
                  <a:pt x="5735" y="21028"/>
                  <a:pt x="5560" y="20876"/>
                  <a:pt x="5560" y="20688"/>
                </a:cubicBezTo>
                <a:cubicBezTo>
                  <a:pt x="5560" y="20500"/>
                  <a:pt x="5735" y="20348"/>
                  <a:pt x="5951" y="20348"/>
                </a:cubicBezTo>
                <a:close/>
                <a:moveTo>
                  <a:pt x="5016" y="20348"/>
                </a:moveTo>
                <a:cubicBezTo>
                  <a:pt x="5232" y="20348"/>
                  <a:pt x="5407" y="20500"/>
                  <a:pt x="5407" y="20688"/>
                </a:cubicBezTo>
                <a:cubicBezTo>
                  <a:pt x="5407" y="20876"/>
                  <a:pt x="5232" y="21028"/>
                  <a:pt x="5016" y="21028"/>
                </a:cubicBezTo>
                <a:cubicBezTo>
                  <a:pt x="4799" y="21028"/>
                  <a:pt x="4624" y="20876"/>
                  <a:pt x="4624" y="20688"/>
                </a:cubicBezTo>
                <a:cubicBezTo>
                  <a:pt x="4624" y="20500"/>
                  <a:pt x="4799" y="20348"/>
                  <a:pt x="5016" y="20348"/>
                </a:cubicBezTo>
                <a:close/>
                <a:moveTo>
                  <a:pt x="4080" y="20348"/>
                </a:moveTo>
                <a:cubicBezTo>
                  <a:pt x="4296" y="20348"/>
                  <a:pt x="4472" y="20500"/>
                  <a:pt x="4472" y="20688"/>
                </a:cubicBezTo>
                <a:cubicBezTo>
                  <a:pt x="4472" y="20876"/>
                  <a:pt x="4296" y="21028"/>
                  <a:pt x="4080" y="21028"/>
                </a:cubicBezTo>
                <a:cubicBezTo>
                  <a:pt x="3864" y="21028"/>
                  <a:pt x="3689" y="20876"/>
                  <a:pt x="3689" y="20688"/>
                </a:cubicBezTo>
                <a:cubicBezTo>
                  <a:pt x="3689" y="20500"/>
                  <a:pt x="3864" y="20348"/>
                  <a:pt x="4080" y="20348"/>
                </a:cubicBezTo>
                <a:close/>
                <a:moveTo>
                  <a:pt x="3145" y="20348"/>
                </a:moveTo>
                <a:cubicBezTo>
                  <a:pt x="3361" y="20348"/>
                  <a:pt x="3536" y="20500"/>
                  <a:pt x="3536" y="20688"/>
                </a:cubicBezTo>
                <a:cubicBezTo>
                  <a:pt x="3536" y="20876"/>
                  <a:pt x="3361" y="21028"/>
                  <a:pt x="3145" y="21028"/>
                </a:cubicBezTo>
                <a:cubicBezTo>
                  <a:pt x="2928" y="21028"/>
                  <a:pt x="2753" y="20876"/>
                  <a:pt x="2753" y="20688"/>
                </a:cubicBezTo>
                <a:cubicBezTo>
                  <a:pt x="2753" y="20500"/>
                  <a:pt x="2928" y="20348"/>
                  <a:pt x="3145" y="20348"/>
                </a:cubicBezTo>
                <a:close/>
                <a:moveTo>
                  <a:pt x="2209" y="20348"/>
                </a:moveTo>
                <a:cubicBezTo>
                  <a:pt x="2425" y="20348"/>
                  <a:pt x="2601" y="20500"/>
                  <a:pt x="2601" y="20688"/>
                </a:cubicBezTo>
                <a:cubicBezTo>
                  <a:pt x="2601" y="20876"/>
                  <a:pt x="2425" y="21028"/>
                  <a:pt x="2209" y="21028"/>
                </a:cubicBezTo>
                <a:cubicBezTo>
                  <a:pt x="1993" y="21028"/>
                  <a:pt x="1818" y="20876"/>
                  <a:pt x="1818" y="20688"/>
                </a:cubicBezTo>
                <a:cubicBezTo>
                  <a:pt x="1818" y="20500"/>
                  <a:pt x="1993" y="20348"/>
                  <a:pt x="2209" y="20348"/>
                </a:cubicBezTo>
                <a:close/>
                <a:moveTo>
                  <a:pt x="1274" y="20348"/>
                </a:moveTo>
                <a:cubicBezTo>
                  <a:pt x="1490" y="20348"/>
                  <a:pt x="1665" y="20500"/>
                  <a:pt x="1665" y="20688"/>
                </a:cubicBezTo>
                <a:cubicBezTo>
                  <a:pt x="1665" y="20876"/>
                  <a:pt x="1490" y="21028"/>
                  <a:pt x="1274" y="21028"/>
                </a:cubicBezTo>
                <a:cubicBezTo>
                  <a:pt x="1058" y="21028"/>
                  <a:pt x="882" y="20876"/>
                  <a:pt x="882" y="20688"/>
                </a:cubicBezTo>
                <a:cubicBezTo>
                  <a:pt x="882" y="20500"/>
                  <a:pt x="1058" y="20348"/>
                  <a:pt x="1274" y="20348"/>
                </a:cubicBezTo>
                <a:close/>
                <a:moveTo>
                  <a:pt x="338" y="20348"/>
                </a:moveTo>
                <a:cubicBezTo>
                  <a:pt x="555" y="20348"/>
                  <a:pt x="730" y="20500"/>
                  <a:pt x="730" y="20688"/>
                </a:cubicBezTo>
                <a:cubicBezTo>
                  <a:pt x="730" y="20876"/>
                  <a:pt x="555" y="21028"/>
                  <a:pt x="338" y="21028"/>
                </a:cubicBezTo>
                <a:cubicBezTo>
                  <a:pt x="230" y="21028"/>
                  <a:pt x="132" y="20990"/>
                  <a:pt x="62" y="20928"/>
                </a:cubicBezTo>
                <a:lnTo>
                  <a:pt x="0" y="20799"/>
                </a:lnTo>
                <a:lnTo>
                  <a:pt x="0" y="20577"/>
                </a:lnTo>
                <a:lnTo>
                  <a:pt x="62" y="20447"/>
                </a:lnTo>
                <a:cubicBezTo>
                  <a:pt x="132" y="20386"/>
                  <a:pt x="230" y="20348"/>
                  <a:pt x="338" y="20348"/>
                </a:cubicBezTo>
                <a:close/>
                <a:moveTo>
                  <a:pt x="11564" y="19447"/>
                </a:moveTo>
                <a:lnTo>
                  <a:pt x="11652" y="19463"/>
                </a:lnTo>
                <a:lnTo>
                  <a:pt x="11453" y="19568"/>
                </a:lnTo>
                <a:lnTo>
                  <a:pt x="11234" y="19659"/>
                </a:lnTo>
                <a:lnTo>
                  <a:pt x="11287" y="19547"/>
                </a:lnTo>
                <a:cubicBezTo>
                  <a:pt x="11358" y="19485"/>
                  <a:pt x="11456" y="19447"/>
                  <a:pt x="11564" y="19447"/>
                </a:cubicBezTo>
                <a:close/>
                <a:moveTo>
                  <a:pt x="10629" y="19447"/>
                </a:moveTo>
                <a:cubicBezTo>
                  <a:pt x="10737" y="19447"/>
                  <a:pt x="10835" y="19485"/>
                  <a:pt x="10905" y="19547"/>
                </a:cubicBezTo>
                <a:lnTo>
                  <a:pt x="11005" y="19755"/>
                </a:lnTo>
                <a:lnTo>
                  <a:pt x="10352" y="20028"/>
                </a:lnTo>
                <a:lnTo>
                  <a:pt x="10352" y="20027"/>
                </a:lnTo>
                <a:cubicBezTo>
                  <a:pt x="10281" y="19966"/>
                  <a:pt x="10237" y="19881"/>
                  <a:pt x="10237" y="19787"/>
                </a:cubicBezTo>
                <a:cubicBezTo>
                  <a:pt x="10237" y="19599"/>
                  <a:pt x="10412" y="19447"/>
                  <a:pt x="10629" y="19447"/>
                </a:cubicBezTo>
                <a:close/>
                <a:moveTo>
                  <a:pt x="9693" y="19447"/>
                </a:moveTo>
                <a:cubicBezTo>
                  <a:pt x="9909" y="19447"/>
                  <a:pt x="10085" y="19599"/>
                  <a:pt x="10085" y="19787"/>
                </a:cubicBezTo>
                <a:cubicBezTo>
                  <a:pt x="10085" y="19975"/>
                  <a:pt x="9909" y="20127"/>
                  <a:pt x="9693" y="20127"/>
                </a:cubicBezTo>
                <a:cubicBezTo>
                  <a:pt x="9477" y="20127"/>
                  <a:pt x="9302" y="19975"/>
                  <a:pt x="9302" y="19787"/>
                </a:cubicBezTo>
                <a:cubicBezTo>
                  <a:pt x="9302" y="19599"/>
                  <a:pt x="9477" y="19447"/>
                  <a:pt x="9693" y="19447"/>
                </a:cubicBezTo>
                <a:close/>
                <a:moveTo>
                  <a:pt x="8758" y="19447"/>
                </a:moveTo>
                <a:cubicBezTo>
                  <a:pt x="8974" y="19447"/>
                  <a:pt x="9149" y="19599"/>
                  <a:pt x="9149" y="19787"/>
                </a:cubicBezTo>
                <a:cubicBezTo>
                  <a:pt x="9149" y="19975"/>
                  <a:pt x="8974" y="20127"/>
                  <a:pt x="8758" y="20127"/>
                </a:cubicBezTo>
                <a:cubicBezTo>
                  <a:pt x="8541" y="20127"/>
                  <a:pt x="8366" y="19975"/>
                  <a:pt x="8366" y="19787"/>
                </a:cubicBezTo>
                <a:cubicBezTo>
                  <a:pt x="8366" y="19599"/>
                  <a:pt x="8541" y="19447"/>
                  <a:pt x="8758" y="19447"/>
                </a:cubicBezTo>
                <a:close/>
                <a:moveTo>
                  <a:pt x="7822" y="19447"/>
                </a:moveTo>
                <a:cubicBezTo>
                  <a:pt x="8038" y="19447"/>
                  <a:pt x="8214" y="19599"/>
                  <a:pt x="8214" y="19787"/>
                </a:cubicBezTo>
                <a:cubicBezTo>
                  <a:pt x="8214" y="19975"/>
                  <a:pt x="8038" y="20127"/>
                  <a:pt x="7822" y="20127"/>
                </a:cubicBezTo>
                <a:cubicBezTo>
                  <a:pt x="7606" y="20127"/>
                  <a:pt x="7431" y="19975"/>
                  <a:pt x="7431" y="19787"/>
                </a:cubicBezTo>
                <a:cubicBezTo>
                  <a:pt x="7431" y="19599"/>
                  <a:pt x="7606" y="19447"/>
                  <a:pt x="7822" y="19447"/>
                </a:cubicBezTo>
                <a:close/>
                <a:moveTo>
                  <a:pt x="6887" y="19447"/>
                </a:moveTo>
                <a:cubicBezTo>
                  <a:pt x="7103" y="19447"/>
                  <a:pt x="7278" y="19599"/>
                  <a:pt x="7278" y="19787"/>
                </a:cubicBezTo>
                <a:cubicBezTo>
                  <a:pt x="7278" y="19975"/>
                  <a:pt x="7103" y="20127"/>
                  <a:pt x="6887" y="20127"/>
                </a:cubicBezTo>
                <a:cubicBezTo>
                  <a:pt x="6670" y="20127"/>
                  <a:pt x="6495" y="19975"/>
                  <a:pt x="6495" y="19787"/>
                </a:cubicBezTo>
                <a:cubicBezTo>
                  <a:pt x="6495" y="19599"/>
                  <a:pt x="6670" y="19447"/>
                  <a:pt x="6887" y="19447"/>
                </a:cubicBezTo>
                <a:close/>
                <a:moveTo>
                  <a:pt x="5951" y="19447"/>
                </a:moveTo>
                <a:cubicBezTo>
                  <a:pt x="6167" y="19447"/>
                  <a:pt x="6343" y="19599"/>
                  <a:pt x="6343" y="19787"/>
                </a:cubicBezTo>
                <a:cubicBezTo>
                  <a:pt x="6343" y="19975"/>
                  <a:pt x="6167" y="20127"/>
                  <a:pt x="5951" y="20127"/>
                </a:cubicBezTo>
                <a:cubicBezTo>
                  <a:pt x="5735" y="20127"/>
                  <a:pt x="5560" y="19975"/>
                  <a:pt x="5560" y="19787"/>
                </a:cubicBezTo>
                <a:cubicBezTo>
                  <a:pt x="5560" y="19599"/>
                  <a:pt x="5735" y="19447"/>
                  <a:pt x="5951" y="19447"/>
                </a:cubicBezTo>
                <a:close/>
                <a:moveTo>
                  <a:pt x="5016" y="19447"/>
                </a:moveTo>
                <a:cubicBezTo>
                  <a:pt x="5232" y="19447"/>
                  <a:pt x="5407" y="19599"/>
                  <a:pt x="5407" y="19787"/>
                </a:cubicBezTo>
                <a:cubicBezTo>
                  <a:pt x="5407" y="19975"/>
                  <a:pt x="5232" y="20127"/>
                  <a:pt x="5016" y="20127"/>
                </a:cubicBezTo>
                <a:cubicBezTo>
                  <a:pt x="4799" y="20127"/>
                  <a:pt x="4624" y="19975"/>
                  <a:pt x="4624" y="19787"/>
                </a:cubicBezTo>
                <a:cubicBezTo>
                  <a:pt x="4624" y="19599"/>
                  <a:pt x="4799" y="19447"/>
                  <a:pt x="5016" y="19447"/>
                </a:cubicBezTo>
                <a:close/>
                <a:moveTo>
                  <a:pt x="4080" y="19447"/>
                </a:moveTo>
                <a:cubicBezTo>
                  <a:pt x="4296" y="19447"/>
                  <a:pt x="4472" y="19599"/>
                  <a:pt x="4472" y="19787"/>
                </a:cubicBezTo>
                <a:cubicBezTo>
                  <a:pt x="4472" y="19975"/>
                  <a:pt x="4296" y="20127"/>
                  <a:pt x="4080" y="20127"/>
                </a:cubicBezTo>
                <a:cubicBezTo>
                  <a:pt x="3864" y="20127"/>
                  <a:pt x="3689" y="19975"/>
                  <a:pt x="3689" y="19787"/>
                </a:cubicBezTo>
                <a:cubicBezTo>
                  <a:pt x="3689" y="19599"/>
                  <a:pt x="3864" y="19447"/>
                  <a:pt x="4080" y="19447"/>
                </a:cubicBezTo>
                <a:close/>
                <a:moveTo>
                  <a:pt x="3145" y="19447"/>
                </a:moveTo>
                <a:cubicBezTo>
                  <a:pt x="3361" y="19447"/>
                  <a:pt x="3536" y="19599"/>
                  <a:pt x="3536" y="19787"/>
                </a:cubicBezTo>
                <a:cubicBezTo>
                  <a:pt x="3536" y="19975"/>
                  <a:pt x="3361" y="20127"/>
                  <a:pt x="3145" y="20127"/>
                </a:cubicBezTo>
                <a:cubicBezTo>
                  <a:pt x="2928" y="20127"/>
                  <a:pt x="2753" y="19975"/>
                  <a:pt x="2753" y="19787"/>
                </a:cubicBezTo>
                <a:cubicBezTo>
                  <a:pt x="2753" y="19599"/>
                  <a:pt x="2928" y="19447"/>
                  <a:pt x="3145" y="19447"/>
                </a:cubicBezTo>
                <a:close/>
                <a:moveTo>
                  <a:pt x="2209" y="19447"/>
                </a:moveTo>
                <a:cubicBezTo>
                  <a:pt x="2425" y="19447"/>
                  <a:pt x="2601" y="19599"/>
                  <a:pt x="2601" y="19787"/>
                </a:cubicBezTo>
                <a:cubicBezTo>
                  <a:pt x="2601" y="19975"/>
                  <a:pt x="2425" y="20127"/>
                  <a:pt x="2209" y="20127"/>
                </a:cubicBezTo>
                <a:cubicBezTo>
                  <a:pt x="1993" y="20127"/>
                  <a:pt x="1818" y="19975"/>
                  <a:pt x="1818" y="19787"/>
                </a:cubicBezTo>
                <a:cubicBezTo>
                  <a:pt x="1818" y="19599"/>
                  <a:pt x="1993" y="19447"/>
                  <a:pt x="2209" y="19447"/>
                </a:cubicBezTo>
                <a:close/>
                <a:moveTo>
                  <a:pt x="1274" y="19447"/>
                </a:moveTo>
                <a:cubicBezTo>
                  <a:pt x="1490" y="19447"/>
                  <a:pt x="1665" y="19599"/>
                  <a:pt x="1665" y="19787"/>
                </a:cubicBezTo>
                <a:cubicBezTo>
                  <a:pt x="1665" y="19975"/>
                  <a:pt x="1490" y="20127"/>
                  <a:pt x="1274" y="20127"/>
                </a:cubicBezTo>
                <a:cubicBezTo>
                  <a:pt x="1058" y="20127"/>
                  <a:pt x="882" y="19975"/>
                  <a:pt x="882" y="19787"/>
                </a:cubicBezTo>
                <a:cubicBezTo>
                  <a:pt x="882" y="19599"/>
                  <a:pt x="1058" y="19447"/>
                  <a:pt x="1274" y="19447"/>
                </a:cubicBezTo>
                <a:close/>
                <a:moveTo>
                  <a:pt x="338" y="19447"/>
                </a:moveTo>
                <a:cubicBezTo>
                  <a:pt x="555" y="19447"/>
                  <a:pt x="730" y="19599"/>
                  <a:pt x="730" y="19787"/>
                </a:cubicBezTo>
                <a:cubicBezTo>
                  <a:pt x="730" y="19975"/>
                  <a:pt x="555" y="20127"/>
                  <a:pt x="338" y="20127"/>
                </a:cubicBezTo>
                <a:cubicBezTo>
                  <a:pt x="230" y="20127"/>
                  <a:pt x="132" y="20089"/>
                  <a:pt x="62" y="20027"/>
                </a:cubicBezTo>
                <a:lnTo>
                  <a:pt x="0" y="19898"/>
                </a:lnTo>
                <a:lnTo>
                  <a:pt x="0" y="19676"/>
                </a:lnTo>
                <a:lnTo>
                  <a:pt x="62" y="19547"/>
                </a:lnTo>
                <a:cubicBezTo>
                  <a:pt x="132" y="19485"/>
                  <a:pt x="230" y="19447"/>
                  <a:pt x="338" y="19447"/>
                </a:cubicBezTo>
                <a:close/>
                <a:moveTo>
                  <a:pt x="13285" y="18573"/>
                </a:moveTo>
                <a:lnTo>
                  <a:pt x="13152" y="18659"/>
                </a:lnTo>
                <a:lnTo>
                  <a:pt x="13158" y="18646"/>
                </a:lnTo>
                <a:cubicBezTo>
                  <a:pt x="13194" y="18615"/>
                  <a:pt x="13236" y="18590"/>
                  <a:pt x="13283" y="18573"/>
                </a:cubicBezTo>
                <a:close/>
                <a:moveTo>
                  <a:pt x="12500" y="18546"/>
                </a:moveTo>
                <a:cubicBezTo>
                  <a:pt x="12608" y="18546"/>
                  <a:pt x="12706" y="18584"/>
                  <a:pt x="12776" y="18646"/>
                </a:cubicBezTo>
                <a:lnTo>
                  <a:pt x="12862" y="18824"/>
                </a:lnTo>
                <a:lnTo>
                  <a:pt x="12254" y="19145"/>
                </a:lnTo>
                <a:lnTo>
                  <a:pt x="12223" y="19127"/>
                </a:lnTo>
                <a:cubicBezTo>
                  <a:pt x="12152" y="19065"/>
                  <a:pt x="12108" y="18980"/>
                  <a:pt x="12108" y="18886"/>
                </a:cubicBezTo>
                <a:cubicBezTo>
                  <a:pt x="12108" y="18699"/>
                  <a:pt x="12283" y="18546"/>
                  <a:pt x="12500" y="18546"/>
                </a:cubicBezTo>
                <a:close/>
                <a:moveTo>
                  <a:pt x="11564" y="18546"/>
                </a:moveTo>
                <a:cubicBezTo>
                  <a:pt x="11780" y="18546"/>
                  <a:pt x="11956" y="18699"/>
                  <a:pt x="11956" y="18886"/>
                </a:cubicBezTo>
                <a:cubicBezTo>
                  <a:pt x="11956" y="19074"/>
                  <a:pt x="11780" y="19226"/>
                  <a:pt x="11564" y="19226"/>
                </a:cubicBezTo>
                <a:cubicBezTo>
                  <a:pt x="11348" y="19226"/>
                  <a:pt x="11173" y="19074"/>
                  <a:pt x="11173" y="18886"/>
                </a:cubicBezTo>
                <a:cubicBezTo>
                  <a:pt x="11173" y="18699"/>
                  <a:pt x="11348" y="18546"/>
                  <a:pt x="11564" y="18546"/>
                </a:cubicBezTo>
                <a:close/>
                <a:moveTo>
                  <a:pt x="10629" y="18546"/>
                </a:moveTo>
                <a:cubicBezTo>
                  <a:pt x="10845" y="18546"/>
                  <a:pt x="11020" y="18699"/>
                  <a:pt x="11020" y="18886"/>
                </a:cubicBezTo>
                <a:cubicBezTo>
                  <a:pt x="11020" y="19074"/>
                  <a:pt x="10845" y="19226"/>
                  <a:pt x="10629" y="19226"/>
                </a:cubicBezTo>
                <a:cubicBezTo>
                  <a:pt x="10412" y="19226"/>
                  <a:pt x="10237" y="19074"/>
                  <a:pt x="10237" y="18886"/>
                </a:cubicBezTo>
                <a:cubicBezTo>
                  <a:pt x="10237" y="18699"/>
                  <a:pt x="10412" y="18546"/>
                  <a:pt x="10629" y="18546"/>
                </a:cubicBezTo>
                <a:close/>
                <a:moveTo>
                  <a:pt x="9693" y="18546"/>
                </a:moveTo>
                <a:cubicBezTo>
                  <a:pt x="9909" y="18546"/>
                  <a:pt x="10085" y="18699"/>
                  <a:pt x="10085" y="18886"/>
                </a:cubicBezTo>
                <a:cubicBezTo>
                  <a:pt x="10085" y="19074"/>
                  <a:pt x="9909" y="19226"/>
                  <a:pt x="9693" y="19226"/>
                </a:cubicBezTo>
                <a:cubicBezTo>
                  <a:pt x="9477" y="19226"/>
                  <a:pt x="9302" y="19074"/>
                  <a:pt x="9302" y="18886"/>
                </a:cubicBezTo>
                <a:cubicBezTo>
                  <a:pt x="9302" y="18699"/>
                  <a:pt x="9477" y="18546"/>
                  <a:pt x="9693" y="18546"/>
                </a:cubicBezTo>
                <a:close/>
                <a:moveTo>
                  <a:pt x="8758" y="18546"/>
                </a:moveTo>
                <a:cubicBezTo>
                  <a:pt x="8974" y="18546"/>
                  <a:pt x="9149" y="18699"/>
                  <a:pt x="9149" y="18886"/>
                </a:cubicBezTo>
                <a:cubicBezTo>
                  <a:pt x="9149" y="19074"/>
                  <a:pt x="8974" y="19226"/>
                  <a:pt x="8758" y="19226"/>
                </a:cubicBezTo>
                <a:cubicBezTo>
                  <a:pt x="8541" y="19226"/>
                  <a:pt x="8366" y="19074"/>
                  <a:pt x="8366" y="18886"/>
                </a:cubicBezTo>
                <a:cubicBezTo>
                  <a:pt x="8366" y="18699"/>
                  <a:pt x="8541" y="18546"/>
                  <a:pt x="8758" y="18546"/>
                </a:cubicBezTo>
                <a:close/>
                <a:moveTo>
                  <a:pt x="7822" y="18546"/>
                </a:moveTo>
                <a:cubicBezTo>
                  <a:pt x="8038" y="18546"/>
                  <a:pt x="8214" y="18699"/>
                  <a:pt x="8214" y="18886"/>
                </a:cubicBezTo>
                <a:cubicBezTo>
                  <a:pt x="8214" y="19074"/>
                  <a:pt x="8038" y="19226"/>
                  <a:pt x="7822" y="19226"/>
                </a:cubicBezTo>
                <a:cubicBezTo>
                  <a:pt x="7606" y="19226"/>
                  <a:pt x="7431" y="19074"/>
                  <a:pt x="7431" y="18886"/>
                </a:cubicBezTo>
                <a:cubicBezTo>
                  <a:pt x="7431" y="18699"/>
                  <a:pt x="7606" y="18546"/>
                  <a:pt x="7822" y="18546"/>
                </a:cubicBezTo>
                <a:close/>
                <a:moveTo>
                  <a:pt x="6887" y="18546"/>
                </a:moveTo>
                <a:cubicBezTo>
                  <a:pt x="7103" y="18546"/>
                  <a:pt x="7278" y="18699"/>
                  <a:pt x="7278" y="18886"/>
                </a:cubicBezTo>
                <a:cubicBezTo>
                  <a:pt x="7278" y="19074"/>
                  <a:pt x="7103" y="19226"/>
                  <a:pt x="6887" y="19226"/>
                </a:cubicBezTo>
                <a:cubicBezTo>
                  <a:pt x="6670" y="19226"/>
                  <a:pt x="6495" y="19074"/>
                  <a:pt x="6495" y="18886"/>
                </a:cubicBezTo>
                <a:cubicBezTo>
                  <a:pt x="6495" y="18699"/>
                  <a:pt x="6670" y="18546"/>
                  <a:pt x="6887" y="18546"/>
                </a:cubicBezTo>
                <a:close/>
                <a:moveTo>
                  <a:pt x="5951" y="18546"/>
                </a:moveTo>
                <a:cubicBezTo>
                  <a:pt x="6167" y="18546"/>
                  <a:pt x="6343" y="18699"/>
                  <a:pt x="6343" y="18886"/>
                </a:cubicBezTo>
                <a:cubicBezTo>
                  <a:pt x="6343" y="19074"/>
                  <a:pt x="6167" y="19226"/>
                  <a:pt x="5951" y="19226"/>
                </a:cubicBezTo>
                <a:cubicBezTo>
                  <a:pt x="5735" y="19226"/>
                  <a:pt x="5560" y="19074"/>
                  <a:pt x="5560" y="18886"/>
                </a:cubicBezTo>
                <a:cubicBezTo>
                  <a:pt x="5560" y="18699"/>
                  <a:pt x="5735" y="18546"/>
                  <a:pt x="5951" y="18546"/>
                </a:cubicBezTo>
                <a:close/>
                <a:moveTo>
                  <a:pt x="5016" y="18546"/>
                </a:moveTo>
                <a:cubicBezTo>
                  <a:pt x="5232" y="18546"/>
                  <a:pt x="5407" y="18699"/>
                  <a:pt x="5407" y="18886"/>
                </a:cubicBezTo>
                <a:cubicBezTo>
                  <a:pt x="5407" y="19074"/>
                  <a:pt x="5232" y="19226"/>
                  <a:pt x="5016" y="19226"/>
                </a:cubicBezTo>
                <a:cubicBezTo>
                  <a:pt x="4799" y="19226"/>
                  <a:pt x="4624" y="19074"/>
                  <a:pt x="4624" y="18886"/>
                </a:cubicBezTo>
                <a:cubicBezTo>
                  <a:pt x="4624" y="18699"/>
                  <a:pt x="4799" y="18546"/>
                  <a:pt x="5016" y="18546"/>
                </a:cubicBezTo>
                <a:close/>
                <a:moveTo>
                  <a:pt x="4080" y="18546"/>
                </a:moveTo>
                <a:cubicBezTo>
                  <a:pt x="4296" y="18546"/>
                  <a:pt x="4472" y="18699"/>
                  <a:pt x="4472" y="18886"/>
                </a:cubicBezTo>
                <a:cubicBezTo>
                  <a:pt x="4472" y="19074"/>
                  <a:pt x="4296" y="19226"/>
                  <a:pt x="4080" y="19226"/>
                </a:cubicBezTo>
                <a:cubicBezTo>
                  <a:pt x="3864" y="19226"/>
                  <a:pt x="3689" y="19074"/>
                  <a:pt x="3689" y="18886"/>
                </a:cubicBezTo>
                <a:cubicBezTo>
                  <a:pt x="3689" y="18699"/>
                  <a:pt x="3864" y="18546"/>
                  <a:pt x="4080" y="18546"/>
                </a:cubicBezTo>
                <a:close/>
                <a:moveTo>
                  <a:pt x="3145" y="18546"/>
                </a:moveTo>
                <a:cubicBezTo>
                  <a:pt x="3361" y="18546"/>
                  <a:pt x="3536" y="18699"/>
                  <a:pt x="3536" y="18886"/>
                </a:cubicBezTo>
                <a:cubicBezTo>
                  <a:pt x="3536" y="19074"/>
                  <a:pt x="3361" y="19226"/>
                  <a:pt x="3145" y="19226"/>
                </a:cubicBezTo>
                <a:cubicBezTo>
                  <a:pt x="2928" y="19226"/>
                  <a:pt x="2753" y="19074"/>
                  <a:pt x="2753" y="18886"/>
                </a:cubicBezTo>
                <a:cubicBezTo>
                  <a:pt x="2753" y="18699"/>
                  <a:pt x="2928" y="18546"/>
                  <a:pt x="3145" y="18546"/>
                </a:cubicBezTo>
                <a:close/>
                <a:moveTo>
                  <a:pt x="2209" y="18546"/>
                </a:moveTo>
                <a:cubicBezTo>
                  <a:pt x="2425" y="18546"/>
                  <a:pt x="2601" y="18699"/>
                  <a:pt x="2601" y="18886"/>
                </a:cubicBezTo>
                <a:cubicBezTo>
                  <a:pt x="2601" y="19074"/>
                  <a:pt x="2425" y="19226"/>
                  <a:pt x="2209" y="19226"/>
                </a:cubicBezTo>
                <a:cubicBezTo>
                  <a:pt x="1993" y="19226"/>
                  <a:pt x="1818" y="19074"/>
                  <a:pt x="1818" y="18886"/>
                </a:cubicBezTo>
                <a:cubicBezTo>
                  <a:pt x="1818" y="18699"/>
                  <a:pt x="1993" y="18546"/>
                  <a:pt x="2209" y="18546"/>
                </a:cubicBezTo>
                <a:close/>
                <a:moveTo>
                  <a:pt x="1274" y="18546"/>
                </a:moveTo>
                <a:cubicBezTo>
                  <a:pt x="1490" y="18546"/>
                  <a:pt x="1666" y="18699"/>
                  <a:pt x="1666" y="18886"/>
                </a:cubicBezTo>
                <a:cubicBezTo>
                  <a:pt x="1666" y="19074"/>
                  <a:pt x="1490" y="19226"/>
                  <a:pt x="1274" y="19226"/>
                </a:cubicBezTo>
                <a:cubicBezTo>
                  <a:pt x="1058" y="19226"/>
                  <a:pt x="883" y="19074"/>
                  <a:pt x="883" y="18886"/>
                </a:cubicBezTo>
                <a:cubicBezTo>
                  <a:pt x="883" y="18699"/>
                  <a:pt x="1058" y="18546"/>
                  <a:pt x="1274" y="18546"/>
                </a:cubicBezTo>
                <a:close/>
                <a:moveTo>
                  <a:pt x="339" y="18546"/>
                </a:moveTo>
                <a:cubicBezTo>
                  <a:pt x="555" y="18546"/>
                  <a:pt x="730" y="18699"/>
                  <a:pt x="730" y="18886"/>
                </a:cubicBezTo>
                <a:cubicBezTo>
                  <a:pt x="730" y="19074"/>
                  <a:pt x="555" y="19226"/>
                  <a:pt x="339" y="19226"/>
                </a:cubicBezTo>
                <a:cubicBezTo>
                  <a:pt x="230" y="19226"/>
                  <a:pt x="133" y="19188"/>
                  <a:pt x="62" y="19127"/>
                </a:cubicBezTo>
                <a:lnTo>
                  <a:pt x="0" y="18997"/>
                </a:lnTo>
                <a:lnTo>
                  <a:pt x="0" y="18775"/>
                </a:lnTo>
                <a:lnTo>
                  <a:pt x="62" y="18646"/>
                </a:lnTo>
                <a:cubicBezTo>
                  <a:pt x="133" y="18584"/>
                  <a:pt x="230" y="18546"/>
                  <a:pt x="339" y="18546"/>
                </a:cubicBezTo>
                <a:close/>
                <a:moveTo>
                  <a:pt x="14371" y="17646"/>
                </a:moveTo>
                <a:cubicBezTo>
                  <a:pt x="14425" y="17646"/>
                  <a:pt x="14476" y="17655"/>
                  <a:pt x="14523" y="17672"/>
                </a:cubicBezTo>
                <a:lnTo>
                  <a:pt x="14595" y="17715"/>
                </a:lnTo>
                <a:lnTo>
                  <a:pt x="14545" y="17755"/>
                </a:lnTo>
                <a:lnTo>
                  <a:pt x="14029" y="18090"/>
                </a:lnTo>
                <a:lnTo>
                  <a:pt x="13979" y="17986"/>
                </a:lnTo>
                <a:cubicBezTo>
                  <a:pt x="13979" y="17798"/>
                  <a:pt x="14154" y="17646"/>
                  <a:pt x="14371" y="17646"/>
                </a:cubicBezTo>
                <a:close/>
                <a:moveTo>
                  <a:pt x="13435" y="17646"/>
                </a:moveTo>
                <a:cubicBezTo>
                  <a:pt x="13651" y="17646"/>
                  <a:pt x="13827" y="17798"/>
                  <a:pt x="13827" y="17986"/>
                </a:cubicBezTo>
                <a:cubicBezTo>
                  <a:pt x="13827" y="18173"/>
                  <a:pt x="13651" y="18326"/>
                  <a:pt x="13435" y="18326"/>
                </a:cubicBezTo>
                <a:cubicBezTo>
                  <a:pt x="13219" y="18326"/>
                  <a:pt x="13044" y="18173"/>
                  <a:pt x="13044" y="17986"/>
                </a:cubicBezTo>
                <a:cubicBezTo>
                  <a:pt x="13044" y="17798"/>
                  <a:pt x="13219" y="17646"/>
                  <a:pt x="13435" y="17646"/>
                </a:cubicBezTo>
                <a:close/>
                <a:moveTo>
                  <a:pt x="12500" y="17646"/>
                </a:moveTo>
                <a:cubicBezTo>
                  <a:pt x="12716" y="17646"/>
                  <a:pt x="12891" y="17798"/>
                  <a:pt x="12891" y="17986"/>
                </a:cubicBezTo>
                <a:cubicBezTo>
                  <a:pt x="12891" y="18173"/>
                  <a:pt x="12716" y="18326"/>
                  <a:pt x="12500" y="18326"/>
                </a:cubicBezTo>
                <a:cubicBezTo>
                  <a:pt x="12283" y="18326"/>
                  <a:pt x="12108" y="18173"/>
                  <a:pt x="12108" y="17986"/>
                </a:cubicBezTo>
                <a:cubicBezTo>
                  <a:pt x="12108" y="17798"/>
                  <a:pt x="12283" y="17646"/>
                  <a:pt x="12500" y="17646"/>
                </a:cubicBezTo>
                <a:close/>
                <a:moveTo>
                  <a:pt x="11564" y="17646"/>
                </a:moveTo>
                <a:cubicBezTo>
                  <a:pt x="11780" y="17646"/>
                  <a:pt x="11956" y="17798"/>
                  <a:pt x="11956" y="17986"/>
                </a:cubicBezTo>
                <a:cubicBezTo>
                  <a:pt x="11956" y="18173"/>
                  <a:pt x="11780" y="18326"/>
                  <a:pt x="11564" y="18326"/>
                </a:cubicBezTo>
                <a:cubicBezTo>
                  <a:pt x="11348" y="18326"/>
                  <a:pt x="11173" y="18173"/>
                  <a:pt x="11173" y="17986"/>
                </a:cubicBezTo>
                <a:cubicBezTo>
                  <a:pt x="11173" y="17798"/>
                  <a:pt x="11348" y="17646"/>
                  <a:pt x="11564" y="17646"/>
                </a:cubicBezTo>
                <a:close/>
                <a:moveTo>
                  <a:pt x="10629" y="17646"/>
                </a:moveTo>
                <a:cubicBezTo>
                  <a:pt x="10845" y="17646"/>
                  <a:pt x="11020" y="17798"/>
                  <a:pt x="11020" y="17986"/>
                </a:cubicBezTo>
                <a:cubicBezTo>
                  <a:pt x="11020" y="18173"/>
                  <a:pt x="10845" y="18326"/>
                  <a:pt x="10629" y="18326"/>
                </a:cubicBezTo>
                <a:cubicBezTo>
                  <a:pt x="10412" y="18326"/>
                  <a:pt x="10237" y="18173"/>
                  <a:pt x="10237" y="17986"/>
                </a:cubicBezTo>
                <a:cubicBezTo>
                  <a:pt x="10237" y="17798"/>
                  <a:pt x="10412" y="17646"/>
                  <a:pt x="10629" y="17646"/>
                </a:cubicBezTo>
                <a:close/>
                <a:moveTo>
                  <a:pt x="9693" y="17646"/>
                </a:moveTo>
                <a:cubicBezTo>
                  <a:pt x="9909" y="17646"/>
                  <a:pt x="10085" y="17798"/>
                  <a:pt x="10085" y="17986"/>
                </a:cubicBezTo>
                <a:cubicBezTo>
                  <a:pt x="10085" y="18173"/>
                  <a:pt x="9909" y="18326"/>
                  <a:pt x="9693" y="18326"/>
                </a:cubicBezTo>
                <a:cubicBezTo>
                  <a:pt x="9477" y="18326"/>
                  <a:pt x="9302" y="18173"/>
                  <a:pt x="9302" y="17986"/>
                </a:cubicBezTo>
                <a:cubicBezTo>
                  <a:pt x="9302" y="17798"/>
                  <a:pt x="9477" y="17646"/>
                  <a:pt x="9693" y="17646"/>
                </a:cubicBezTo>
                <a:close/>
                <a:moveTo>
                  <a:pt x="8758" y="17646"/>
                </a:moveTo>
                <a:cubicBezTo>
                  <a:pt x="8974" y="17646"/>
                  <a:pt x="9149" y="17798"/>
                  <a:pt x="9149" y="17986"/>
                </a:cubicBezTo>
                <a:cubicBezTo>
                  <a:pt x="9149" y="18173"/>
                  <a:pt x="8974" y="18326"/>
                  <a:pt x="8758" y="18326"/>
                </a:cubicBezTo>
                <a:cubicBezTo>
                  <a:pt x="8541" y="18326"/>
                  <a:pt x="8366" y="18173"/>
                  <a:pt x="8366" y="17986"/>
                </a:cubicBezTo>
                <a:cubicBezTo>
                  <a:pt x="8366" y="17798"/>
                  <a:pt x="8541" y="17646"/>
                  <a:pt x="8758" y="17646"/>
                </a:cubicBezTo>
                <a:close/>
                <a:moveTo>
                  <a:pt x="7822" y="17646"/>
                </a:moveTo>
                <a:cubicBezTo>
                  <a:pt x="8038" y="17646"/>
                  <a:pt x="8214" y="17798"/>
                  <a:pt x="8214" y="17986"/>
                </a:cubicBezTo>
                <a:cubicBezTo>
                  <a:pt x="8214" y="18173"/>
                  <a:pt x="8038" y="18326"/>
                  <a:pt x="7822" y="18326"/>
                </a:cubicBezTo>
                <a:cubicBezTo>
                  <a:pt x="7606" y="18326"/>
                  <a:pt x="7431" y="18173"/>
                  <a:pt x="7431" y="17986"/>
                </a:cubicBezTo>
                <a:cubicBezTo>
                  <a:pt x="7431" y="17798"/>
                  <a:pt x="7606" y="17646"/>
                  <a:pt x="7822" y="17646"/>
                </a:cubicBezTo>
                <a:close/>
                <a:moveTo>
                  <a:pt x="6887" y="17646"/>
                </a:moveTo>
                <a:cubicBezTo>
                  <a:pt x="7103" y="17646"/>
                  <a:pt x="7278" y="17798"/>
                  <a:pt x="7278" y="17986"/>
                </a:cubicBezTo>
                <a:cubicBezTo>
                  <a:pt x="7278" y="18173"/>
                  <a:pt x="7103" y="18326"/>
                  <a:pt x="6887" y="18326"/>
                </a:cubicBezTo>
                <a:cubicBezTo>
                  <a:pt x="6670" y="18326"/>
                  <a:pt x="6495" y="18173"/>
                  <a:pt x="6495" y="17986"/>
                </a:cubicBezTo>
                <a:cubicBezTo>
                  <a:pt x="6495" y="17798"/>
                  <a:pt x="6670" y="17646"/>
                  <a:pt x="6887" y="17646"/>
                </a:cubicBezTo>
                <a:close/>
                <a:moveTo>
                  <a:pt x="5951" y="17646"/>
                </a:moveTo>
                <a:cubicBezTo>
                  <a:pt x="6167" y="17646"/>
                  <a:pt x="6343" y="17798"/>
                  <a:pt x="6343" y="17986"/>
                </a:cubicBezTo>
                <a:cubicBezTo>
                  <a:pt x="6343" y="18173"/>
                  <a:pt x="6167" y="18326"/>
                  <a:pt x="5951" y="18326"/>
                </a:cubicBezTo>
                <a:cubicBezTo>
                  <a:pt x="5735" y="18326"/>
                  <a:pt x="5560" y="18173"/>
                  <a:pt x="5560" y="17986"/>
                </a:cubicBezTo>
                <a:cubicBezTo>
                  <a:pt x="5560" y="17798"/>
                  <a:pt x="5735" y="17646"/>
                  <a:pt x="5951" y="17646"/>
                </a:cubicBezTo>
                <a:close/>
                <a:moveTo>
                  <a:pt x="5016" y="17646"/>
                </a:moveTo>
                <a:cubicBezTo>
                  <a:pt x="5232" y="17646"/>
                  <a:pt x="5407" y="17798"/>
                  <a:pt x="5407" y="17986"/>
                </a:cubicBezTo>
                <a:cubicBezTo>
                  <a:pt x="5407" y="18173"/>
                  <a:pt x="5232" y="18326"/>
                  <a:pt x="5016" y="18326"/>
                </a:cubicBezTo>
                <a:cubicBezTo>
                  <a:pt x="4799" y="18326"/>
                  <a:pt x="4624" y="18173"/>
                  <a:pt x="4624" y="17986"/>
                </a:cubicBezTo>
                <a:cubicBezTo>
                  <a:pt x="4624" y="17798"/>
                  <a:pt x="4799" y="17646"/>
                  <a:pt x="5016" y="17646"/>
                </a:cubicBezTo>
                <a:close/>
                <a:moveTo>
                  <a:pt x="4080" y="17646"/>
                </a:moveTo>
                <a:cubicBezTo>
                  <a:pt x="4296" y="17646"/>
                  <a:pt x="4472" y="17798"/>
                  <a:pt x="4472" y="17986"/>
                </a:cubicBezTo>
                <a:cubicBezTo>
                  <a:pt x="4472" y="18173"/>
                  <a:pt x="4296" y="18326"/>
                  <a:pt x="4080" y="18326"/>
                </a:cubicBezTo>
                <a:cubicBezTo>
                  <a:pt x="3864" y="18326"/>
                  <a:pt x="3689" y="18173"/>
                  <a:pt x="3689" y="17986"/>
                </a:cubicBezTo>
                <a:cubicBezTo>
                  <a:pt x="3689" y="17798"/>
                  <a:pt x="3864" y="17646"/>
                  <a:pt x="4080" y="17646"/>
                </a:cubicBezTo>
                <a:close/>
                <a:moveTo>
                  <a:pt x="3145" y="17646"/>
                </a:moveTo>
                <a:cubicBezTo>
                  <a:pt x="3361" y="17646"/>
                  <a:pt x="3536" y="17798"/>
                  <a:pt x="3536" y="17986"/>
                </a:cubicBezTo>
                <a:cubicBezTo>
                  <a:pt x="3536" y="18173"/>
                  <a:pt x="3361" y="18326"/>
                  <a:pt x="3145" y="18326"/>
                </a:cubicBezTo>
                <a:cubicBezTo>
                  <a:pt x="2928" y="18326"/>
                  <a:pt x="2753" y="18173"/>
                  <a:pt x="2753" y="17986"/>
                </a:cubicBezTo>
                <a:cubicBezTo>
                  <a:pt x="2753" y="17798"/>
                  <a:pt x="2928" y="17646"/>
                  <a:pt x="3145" y="17646"/>
                </a:cubicBezTo>
                <a:close/>
                <a:moveTo>
                  <a:pt x="2209" y="17646"/>
                </a:moveTo>
                <a:cubicBezTo>
                  <a:pt x="2425" y="17646"/>
                  <a:pt x="2601" y="17798"/>
                  <a:pt x="2601" y="17986"/>
                </a:cubicBezTo>
                <a:cubicBezTo>
                  <a:pt x="2601" y="18173"/>
                  <a:pt x="2425" y="18326"/>
                  <a:pt x="2209" y="18326"/>
                </a:cubicBezTo>
                <a:cubicBezTo>
                  <a:pt x="1993" y="18326"/>
                  <a:pt x="1818" y="18173"/>
                  <a:pt x="1818" y="17986"/>
                </a:cubicBezTo>
                <a:cubicBezTo>
                  <a:pt x="1818" y="17798"/>
                  <a:pt x="1993" y="17646"/>
                  <a:pt x="2209" y="17646"/>
                </a:cubicBezTo>
                <a:close/>
                <a:moveTo>
                  <a:pt x="1274" y="17646"/>
                </a:moveTo>
                <a:cubicBezTo>
                  <a:pt x="1490" y="17646"/>
                  <a:pt x="1666" y="17798"/>
                  <a:pt x="1666" y="17986"/>
                </a:cubicBezTo>
                <a:cubicBezTo>
                  <a:pt x="1666" y="18173"/>
                  <a:pt x="1490" y="18326"/>
                  <a:pt x="1274" y="18326"/>
                </a:cubicBezTo>
                <a:cubicBezTo>
                  <a:pt x="1058" y="18326"/>
                  <a:pt x="883" y="18173"/>
                  <a:pt x="883" y="17986"/>
                </a:cubicBezTo>
                <a:cubicBezTo>
                  <a:pt x="883" y="17798"/>
                  <a:pt x="1058" y="17646"/>
                  <a:pt x="1274" y="17646"/>
                </a:cubicBezTo>
                <a:close/>
                <a:moveTo>
                  <a:pt x="339" y="17646"/>
                </a:moveTo>
                <a:cubicBezTo>
                  <a:pt x="555" y="17646"/>
                  <a:pt x="730" y="17798"/>
                  <a:pt x="730" y="17986"/>
                </a:cubicBezTo>
                <a:cubicBezTo>
                  <a:pt x="730" y="18173"/>
                  <a:pt x="555" y="18326"/>
                  <a:pt x="339" y="18326"/>
                </a:cubicBezTo>
                <a:cubicBezTo>
                  <a:pt x="231" y="18326"/>
                  <a:pt x="133" y="18288"/>
                  <a:pt x="62" y="18226"/>
                </a:cubicBezTo>
                <a:lnTo>
                  <a:pt x="0" y="18096"/>
                </a:lnTo>
                <a:lnTo>
                  <a:pt x="0" y="17875"/>
                </a:lnTo>
                <a:lnTo>
                  <a:pt x="62" y="17745"/>
                </a:lnTo>
                <a:cubicBezTo>
                  <a:pt x="133" y="17684"/>
                  <a:pt x="231" y="17646"/>
                  <a:pt x="339" y="17646"/>
                </a:cubicBezTo>
                <a:close/>
                <a:moveTo>
                  <a:pt x="15306" y="16745"/>
                </a:moveTo>
                <a:cubicBezTo>
                  <a:pt x="15414" y="16745"/>
                  <a:pt x="15512" y="16783"/>
                  <a:pt x="15583" y="16844"/>
                </a:cubicBezTo>
                <a:lnTo>
                  <a:pt x="15614" y="16910"/>
                </a:lnTo>
                <a:lnTo>
                  <a:pt x="15064" y="17345"/>
                </a:lnTo>
                <a:lnTo>
                  <a:pt x="15029" y="17325"/>
                </a:lnTo>
                <a:cubicBezTo>
                  <a:pt x="14958" y="17264"/>
                  <a:pt x="14915" y="17179"/>
                  <a:pt x="14915" y="17085"/>
                </a:cubicBezTo>
                <a:cubicBezTo>
                  <a:pt x="14915" y="16897"/>
                  <a:pt x="15090" y="16745"/>
                  <a:pt x="15306" y="16745"/>
                </a:cubicBezTo>
                <a:close/>
                <a:moveTo>
                  <a:pt x="14371" y="16745"/>
                </a:moveTo>
                <a:cubicBezTo>
                  <a:pt x="14587" y="16745"/>
                  <a:pt x="14762" y="16897"/>
                  <a:pt x="14762" y="17085"/>
                </a:cubicBezTo>
                <a:cubicBezTo>
                  <a:pt x="14762" y="17273"/>
                  <a:pt x="14587" y="17425"/>
                  <a:pt x="14371" y="17425"/>
                </a:cubicBezTo>
                <a:cubicBezTo>
                  <a:pt x="14154" y="17425"/>
                  <a:pt x="13979" y="17273"/>
                  <a:pt x="13979" y="17085"/>
                </a:cubicBezTo>
                <a:cubicBezTo>
                  <a:pt x="13979" y="16897"/>
                  <a:pt x="14154" y="16745"/>
                  <a:pt x="14371" y="16745"/>
                </a:cubicBezTo>
                <a:close/>
                <a:moveTo>
                  <a:pt x="13435" y="16745"/>
                </a:moveTo>
                <a:cubicBezTo>
                  <a:pt x="13651" y="16745"/>
                  <a:pt x="13827" y="16897"/>
                  <a:pt x="13827" y="17085"/>
                </a:cubicBezTo>
                <a:cubicBezTo>
                  <a:pt x="13827" y="17273"/>
                  <a:pt x="13651" y="17425"/>
                  <a:pt x="13435" y="17425"/>
                </a:cubicBezTo>
                <a:cubicBezTo>
                  <a:pt x="13219" y="17425"/>
                  <a:pt x="13044" y="17273"/>
                  <a:pt x="13044" y="17085"/>
                </a:cubicBezTo>
                <a:cubicBezTo>
                  <a:pt x="13044" y="16897"/>
                  <a:pt x="13219" y="16745"/>
                  <a:pt x="13435" y="16745"/>
                </a:cubicBezTo>
                <a:close/>
                <a:moveTo>
                  <a:pt x="12500" y="16745"/>
                </a:moveTo>
                <a:cubicBezTo>
                  <a:pt x="12716" y="16745"/>
                  <a:pt x="12891" y="16897"/>
                  <a:pt x="12891" y="17085"/>
                </a:cubicBezTo>
                <a:cubicBezTo>
                  <a:pt x="12891" y="17273"/>
                  <a:pt x="12716" y="17425"/>
                  <a:pt x="12500" y="17425"/>
                </a:cubicBezTo>
                <a:cubicBezTo>
                  <a:pt x="12283" y="17425"/>
                  <a:pt x="12108" y="17273"/>
                  <a:pt x="12108" y="17085"/>
                </a:cubicBezTo>
                <a:cubicBezTo>
                  <a:pt x="12108" y="16897"/>
                  <a:pt x="12283" y="16745"/>
                  <a:pt x="12500" y="16745"/>
                </a:cubicBezTo>
                <a:close/>
                <a:moveTo>
                  <a:pt x="11564" y="16745"/>
                </a:moveTo>
                <a:cubicBezTo>
                  <a:pt x="11780" y="16745"/>
                  <a:pt x="11956" y="16897"/>
                  <a:pt x="11956" y="17085"/>
                </a:cubicBezTo>
                <a:cubicBezTo>
                  <a:pt x="11956" y="17273"/>
                  <a:pt x="11780" y="17425"/>
                  <a:pt x="11564" y="17425"/>
                </a:cubicBezTo>
                <a:cubicBezTo>
                  <a:pt x="11348" y="17425"/>
                  <a:pt x="11173" y="17273"/>
                  <a:pt x="11173" y="17085"/>
                </a:cubicBezTo>
                <a:cubicBezTo>
                  <a:pt x="11173" y="16897"/>
                  <a:pt x="11348" y="16745"/>
                  <a:pt x="11564" y="16745"/>
                </a:cubicBezTo>
                <a:close/>
                <a:moveTo>
                  <a:pt x="10629" y="16745"/>
                </a:moveTo>
                <a:cubicBezTo>
                  <a:pt x="10845" y="16745"/>
                  <a:pt x="11020" y="16897"/>
                  <a:pt x="11020" y="17085"/>
                </a:cubicBezTo>
                <a:cubicBezTo>
                  <a:pt x="11020" y="17273"/>
                  <a:pt x="10845" y="17425"/>
                  <a:pt x="10629" y="17425"/>
                </a:cubicBezTo>
                <a:cubicBezTo>
                  <a:pt x="10412" y="17425"/>
                  <a:pt x="10237" y="17273"/>
                  <a:pt x="10237" y="17085"/>
                </a:cubicBezTo>
                <a:cubicBezTo>
                  <a:pt x="10237" y="16897"/>
                  <a:pt x="10412" y="16745"/>
                  <a:pt x="10629" y="16745"/>
                </a:cubicBezTo>
                <a:close/>
                <a:moveTo>
                  <a:pt x="9693" y="16745"/>
                </a:moveTo>
                <a:cubicBezTo>
                  <a:pt x="9909" y="16745"/>
                  <a:pt x="10085" y="16897"/>
                  <a:pt x="10085" y="17085"/>
                </a:cubicBezTo>
                <a:cubicBezTo>
                  <a:pt x="10085" y="17273"/>
                  <a:pt x="9909" y="17425"/>
                  <a:pt x="9693" y="17425"/>
                </a:cubicBezTo>
                <a:cubicBezTo>
                  <a:pt x="9477" y="17425"/>
                  <a:pt x="9302" y="17273"/>
                  <a:pt x="9302" y="17085"/>
                </a:cubicBezTo>
                <a:cubicBezTo>
                  <a:pt x="9302" y="16897"/>
                  <a:pt x="9477" y="16745"/>
                  <a:pt x="9693" y="16745"/>
                </a:cubicBezTo>
                <a:close/>
                <a:moveTo>
                  <a:pt x="8758" y="16745"/>
                </a:moveTo>
                <a:cubicBezTo>
                  <a:pt x="8974" y="16745"/>
                  <a:pt x="9149" y="16897"/>
                  <a:pt x="9149" y="17085"/>
                </a:cubicBezTo>
                <a:cubicBezTo>
                  <a:pt x="9149" y="17273"/>
                  <a:pt x="8974" y="17425"/>
                  <a:pt x="8758" y="17425"/>
                </a:cubicBezTo>
                <a:cubicBezTo>
                  <a:pt x="8541" y="17425"/>
                  <a:pt x="8366" y="17273"/>
                  <a:pt x="8366" y="17085"/>
                </a:cubicBezTo>
                <a:cubicBezTo>
                  <a:pt x="8366" y="16897"/>
                  <a:pt x="8541" y="16745"/>
                  <a:pt x="8758" y="16745"/>
                </a:cubicBezTo>
                <a:close/>
                <a:moveTo>
                  <a:pt x="7822" y="16745"/>
                </a:moveTo>
                <a:cubicBezTo>
                  <a:pt x="8038" y="16745"/>
                  <a:pt x="8214" y="16897"/>
                  <a:pt x="8214" y="17085"/>
                </a:cubicBezTo>
                <a:cubicBezTo>
                  <a:pt x="8214" y="17273"/>
                  <a:pt x="8038" y="17425"/>
                  <a:pt x="7822" y="17425"/>
                </a:cubicBezTo>
                <a:cubicBezTo>
                  <a:pt x="7606" y="17425"/>
                  <a:pt x="7431" y="17273"/>
                  <a:pt x="7431" y="17085"/>
                </a:cubicBezTo>
                <a:cubicBezTo>
                  <a:pt x="7431" y="16897"/>
                  <a:pt x="7606" y="16745"/>
                  <a:pt x="7822" y="16745"/>
                </a:cubicBezTo>
                <a:close/>
                <a:moveTo>
                  <a:pt x="6887" y="16745"/>
                </a:moveTo>
                <a:cubicBezTo>
                  <a:pt x="7103" y="16745"/>
                  <a:pt x="7278" y="16897"/>
                  <a:pt x="7278" y="17085"/>
                </a:cubicBezTo>
                <a:cubicBezTo>
                  <a:pt x="7278" y="17273"/>
                  <a:pt x="7103" y="17425"/>
                  <a:pt x="6887" y="17425"/>
                </a:cubicBezTo>
                <a:cubicBezTo>
                  <a:pt x="6670" y="17425"/>
                  <a:pt x="6495" y="17273"/>
                  <a:pt x="6495" y="17085"/>
                </a:cubicBezTo>
                <a:cubicBezTo>
                  <a:pt x="6495" y="16897"/>
                  <a:pt x="6670" y="16745"/>
                  <a:pt x="6887" y="16745"/>
                </a:cubicBezTo>
                <a:close/>
                <a:moveTo>
                  <a:pt x="5951" y="16745"/>
                </a:moveTo>
                <a:cubicBezTo>
                  <a:pt x="6167" y="16745"/>
                  <a:pt x="6343" y="16897"/>
                  <a:pt x="6343" y="17085"/>
                </a:cubicBezTo>
                <a:cubicBezTo>
                  <a:pt x="6343" y="17273"/>
                  <a:pt x="6167" y="17425"/>
                  <a:pt x="5951" y="17425"/>
                </a:cubicBezTo>
                <a:cubicBezTo>
                  <a:pt x="5735" y="17425"/>
                  <a:pt x="5560" y="17273"/>
                  <a:pt x="5560" y="17085"/>
                </a:cubicBezTo>
                <a:cubicBezTo>
                  <a:pt x="5560" y="16897"/>
                  <a:pt x="5735" y="16745"/>
                  <a:pt x="5951" y="16745"/>
                </a:cubicBezTo>
                <a:close/>
                <a:moveTo>
                  <a:pt x="5016" y="16745"/>
                </a:moveTo>
                <a:cubicBezTo>
                  <a:pt x="5232" y="16745"/>
                  <a:pt x="5407" y="16897"/>
                  <a:pt x="5407" y="17085"/>
                </a:cubicBezTo>
                <a:cubicBezTo>
                  <a:pt x="5407" y="17273"/>
                  <a:pt x="5232" y="17425"/>
                  <a:pt x="5016" y="17425"/>
                </a:cubicBezTo>
                <a:cubicBezTo>
                  <a:pt x="4799" y="17425"/>
                  <a:pt x="4624" y="17273"/>
                  <a:pt x="4624" y="17085"/>
                </a:cubicBezTo>
                <a:cubicBezTo>
                  <a:pt x="4624" y="16897"/>
                  <a:pt x="4799" y="16745"/>
                  <a:pt x="5016" y="16745"/>
                </a:cubicBezTo>
                <a:close/>
                <a:moveTo>
                  <a:pt x="4080" y="16745"/>
                </a:moveTo>
                <a:cubicBezTo>
                  <a:pt x="4296" y="16745"/>
                  <a:pt x="4472" y="16897"/>
                  <a:pt x="4472" y="17085"/>
                </a:cubicBezTo>
                <a:cubicBezTo>
                  <a:pt x="4472" y="17273"/>
                  <a:pt x="4296" y="17425"/>
                  <a:pt x="4080" y="17425"/>
                </a:cubicBezTo>
                <a:cubicBezTo>
                  <a:pt x="3864" y="17425"/>
                  <a:pt x="3689" y="17273"/>
                  <a:pt x="3689" y="17085"/>
                </a:cubicBezTo>
                <a:cubicBezTo>
                  <a:pt x="3689" y="16897"/>
                  <a:pt x="3864" y="16745"/>
                  <a:pt x="4080" y="16745"/>
                </a:cubicBezTo>
                <a:close/>
                <a:moveTo>
                  <a:pt x="3145" y="16745"/>
                </a:moveTo>
                <a:cubicBezTo>
                  <a:pt x="3361" y="16745"/>
                  <a:pt x="3536" y="16897"/>
                  <a:pt x="3536" y="17085"/>
                </a:cubicBezTo>
                <a:cubicBezTo>
                  <a:pt x="3536" y="17273"/>
                  <a:pt x="3361" y="17425"/>
                  <a:pt x="3145" y="17425"/>
                </a:cubicBezTo>
                <a:cubicBezTo>
                  <a:pt x="2928" y="17425"/>
                  <a:pt x="2753" y="17273"/>
                  <a:pt x="2753" y="17085"/>
                </a:cubicBezTo>
                <a:cubicBezTo>
                  <a:pt x="2753" y="16897"/>
                  <a:pt x="2928" y="16745"/>
                  <a:pt x="3145" y="16745"/>
                </a:cubicBezTo>
                <a:close/>
                <a:moveTo>
                  <a:pt x="2209" y="16745"/>
                </a:moveTo>
                <a:cubicBezTo>
                  <a:pt x="2425" y="16745"/>
                  <a:pt x="2601" y="16897"/>
                  <a:pt x="2601" y="17085"/>
                </a:cubicBezTo>
                <a:cubicBezTo>
                  <a:pt x="2601" y="17273"/>
                  <a:pt x="2425" y="17425"/>
                  <a:pt x="2209" y="17425"/>
                </a:cubicBezTo>
                <a:cubicBezTo>
                  <a:pt x="1993" y="17425"/>
                  <a:pt x="1818" y="17273"/>
                  <a:pt x="1818" y="17085"/>
                </a:cubicBezTo>
                <a:cubicBezTo>
                  <a:pt x="1818" y="16897"/>
                  <a:pt x="1993" y="16745"/>
                  <a:pt x="2209" y="16745"/>
                </a:cubicBezTo>
                <a:close/>
                <a:moveTo>
                  <a:pt x="1274" y="16745"/>
                </a:moveTo>
                <a:cubicBezTo>
                  <a:pt x="1490" y="16745"/>
                  <a:pt x="1666" y="16897"/>
                  <a:pt x="1666" y="17085"/>
                </a:cubicBezTo>
                <a:cubicBezTo>
                  <a:pt x="1666" y="17273"/>
                  <a:pt x="1490" y="17425"/>
                  <a:pt x="1274" y="17425"/>
                </a:cubicBezTo>
                <a:cubicBezTo>
                  <a:pt x="1058" y="17425"/>
                  <a:pt x="883" y="17273"/>
                  <a:pt x="883" y="17085"/>
                </a:cubicBezTo>
                <a:cubicBezTo>
                  <a:pt x="883" y="16897"/>
                  <a:pt x="1058" y="16745"/>
                  <a:pt x="1274" y="16745"/>
                </a:cubicBezTo>
                <a:close/>
                <a:moveTo>
                  <a:pt x="339" y="16745"/>
                </a:moveTo>
                <a:cubicBezTo>
                  <a:pt x="555" y="16745"/>
                  <a:pt x="730" y="16897"/>
                  <a:pt x="730" y="17085"/>
                </a:cubicBezTo>
                <a:cubicBezTo>
                  <a:pt x="730" y="17273"/>
                  <a:pt x="555" y="17425"/>
                  <a:pt x="339" y="17425"/>
                </a:cubicBezTo>
                <a:cubicBezTo>
                  <a:pt x="231" y="17425"/>
                  <a:pt x="133" y="17387"/>
                  <a:pt x="62" y="17325"/>
                </a:cubicBezTo>
                <a:lnTo>
                  <a:pt x="0" y="17195"/>
                </a:lnTo>
                <a:lnTo>
                  <a:pt x="0" y="16974"/>
                </a:lnTo>
                <a:lnTo>
                  <a:pt x="62" y="16844"/>
                </a:lnTo>
                <a:cubicBezTo>
                  <a:pt x="133" y="16783"/>
                  <a:pt x="231" y="16745"/>
                  <a:pt x="339" y="16745"/>
                </a:cubicBezTo>
                <a:close/>
                <a:moveTo>
                  <a:pt x="16242" y="15844"/>
                </a:moveTo>
                <a:cubicBezTo>
                  <a:pt x="16350" y="15844"/>
                  <a:pt x="16448" y="15882"/>
                  <a:pt x="16518" y="15944"/>
                </a:cubicBezTo>
                <a:lnTo>
                  <a:pt x="16569" y="16050"/>
                </a:lnTo>
                <a:lnTo>
                  <a:pt x="16099" y="16499"/>
                </a:lnTo>
                <a:lnTo>
                  <a:pt x="16089" y="16497"/>
                </a:lnTo>
                <a:cubicBezTo>
                  <a:pt x="15949" y="16446"/>
                  <a:pt x="15850" y="16325"/>
                  <a:pt x="15850" y="16184"/>
                </a:cubicBezTo>
                <a:cubicBezTo>
                  <a:pt x="15850" y="15996"/>
                  <a:pt x="16025" y="15844"/>
                  <a:pt x="16242" y="15844"/>
                </a:cubicBezTo>
                <a:close/>
                <a:moveTo>
                  <a:pt x="15306" y="15844"/>
                </a:moveTo>
                <a:cubicBezTo>
                  <a:pt x="15522" y="15844"/>
                  <a:pt x="15698" y="15996"/>
                  <a:pt x="15698" y="16184"/>
                </a:cubicBezTo>
                <a:cubicBezTo>
                  <a:pt x="15698" y="16372"/>
                  <a:pt x="15522" y="16524"/>
                  <a:pt x="15306" y="16524"/>
                </a:cubicBezTo>
                <a:cubicBezTo>
                  <a:pt x="15090" y="16524"/>
                  <a:pt x="14915" y="16372"/>
                  <a:pt x="14915" y="16184"/>
                </a:cubicBezTo>
                <a:cubicBezTo>
                  <a:pt x="14915" y="15996"/>
                  <a:pt x="15090" y="15844"/>
                  <a:pt x="15306" y="15844"/>
                </a:cubicBezTo>
                <a:close/>
                <a:moveTo>
                  <a:pt x="14371" y="15844"/>
                </a:moveTo>
                <a:cubicBezTo>
                  <a:pt x="14587" y="15844"/>
                  <a:pt x="14762" y="15996"/>
                  <a:pt x="14762" y="16184"/>
                </a:cubicBezTo>
                <a:cubicBezTo>
                  <a:pt x="14762" y="16372"/>
                  <a:pt x="14587" y="16524"/>
                  <a:pt x="14371" y="16524"/>
                </a:cubicBezTo>
                <a:cubicBezTo>
                  <a:pt x="14154" y="16524"/>
                  <a:pt x="13979" y="16372"/>
                  <a:pt x="13979" y="16184"/>
                </a:cubicBezTo>
                <a:cubicBezTo>
                  <a:pt x="13979" y="15996"/>
                  <a:pt x="14154" y="15844"/>
                  <a:pt x="14371" y="15844"/>
                </a:cubicBezTo>
                <a:close/>
                <a:moveTo>
                  <a:pt x="13435" y="15844"/>
                </a:moveTo>
                <a:cubicBezTo>
                  <a:pt x="13651" y="15844"/>
                  <a:pt x="13827" y="15996"/>
                  <a:pt x="13827" y="16184"/>
                </a:cubicBezTo>
                <a:cubicBezTo>
                  <a:pt x="13827" y="16372"/>
                  <a:pt x="13651" y="16524"/>
                  <a:pt x="13435" y="16524"/>
                </a:cubicBezTo>
                <a:cubicBezTo>
                  <a:pt x="13219" y="16524"/>
                  <a:pt x="13044" y="16372"/>
                  <a:pt x="13044" y="16184"/>
                </a:cubicBezTo>
                <a:cubicBezTo>
                  <a:pt x="13044" y="15996"/>
                  <a:pt x="13219" y="15844"/>
                  <a:pt x="13435" y="15844"/>
                </a:cubicBezTo>
                <a:close/>
                <a:moveTo>
                  <a:pt x="12500" y="15844"/>
                </a:moveTo>
                <a:cubicBezTo>
                  <a:pt x="12716" y="15844"/>
                  <a:pt x="12891" y="15996"/>
                  <a:pt x="12891" y="16184"/>
                </a:cubicBezTo>
                <a:cubicBezTo>
                  <a:pt x="12891" y="16372"/>
                  <a:pt x="12716" y="16524"/>
                  <a:pt x="12500" y="16524"/>
                </a:cubicBezTo>
                <a:cubicBezTo>
                  <a:pt x="12283" y="16524"/>
                  <a:pt x="12108" y="16372"/>
                  <a:pt x="12108" y="16184"/>
                </a:cubicBezTo>
                <a:cubicBezTo>
                  <a:pt x="12108" y="15996"/>
                  <a:pt x="12283" y="15844"/>
                  <a:pt x="12500" y="15844"/>
                </a:cubicBezTo>
                <a:close/>
                <a:moveTo>
                  <a:pt x="11564" y="15844"/>
                </a:moveTo>
                <a:cubicBezTo>
                  <a:pt x="11780" y="15844"/>
                  <a:pt x="11956" y="15996"/>
                  <a:pt x="11956" y="16184"/>
                </a:cubicBezTo>
                <a:cubicBezTo>
                  <a:pt x="11956" y="16372"/>
                  <a:pt x="11780" y="16524"/>
                  <a:pt x="11564" y="16524"/>
                </a:cubicBezTo>
                <a:cubicBezTo>
                  <a:pt x="11348" y="16524"/>
                  <a:pt x="11173" y="16372"/>
                  <a:pt x="11173" y="16184"/>
                </a:cubicBezTo>
                <a:cubicBezTo>
                  <a:pt x="11173" y="15996"/>
                  <a:pt x="11348" y="15844"/>
                  <a:pt x="11564" y="15844"/>
                </a:cubicBezTo>
                <a:close/>
                <a:moveTo>
                  <a:pt x="10629" y="15844"/>
                </a:moveTo>
                <a:cubicBezTo>
                  <a:pt x="10845" y="15844"/>
                  <a:pt x="11020" y="15996"/>
                  <a:pt x="11020" y="16184"/>
                </a:cubicBezTo>
                <a:cubicBezTo>
                  <a:pt x="11020" y="16372"/>
                  <a:pt x="10845" y="16524"/>
                  <a:pt x="10629" y="16524"/>
                </a:cubicBezTo>
                <a:cubicBezTo>
                  <a:pt x="10412" y="16524"/>
                  <a:pt x="10237" y="16372"/>
                  <a:pt x="10237" y="16184"/>
                </a:cubicBezTo>
                <a:cubicBezTo>
                  <a:pt x="10237" y="15996"/>
                  <a:pt x="10412" y="15844"/>
                  <a:pt x="10629" y="15844"/>
                </a:cubicBezTo>
                <a:close/>
                <a:moveTo>
                  <a:pt x="9693" y="15844"/>
                </a:moveTo>
                <a:cubicBezTo>
                  <a:pt x="9909" y="15844"/>
                  <a:pt x="10085" y="15996"/>
                  <a:pt x="10085" y="16184"/>
                </a:cubicBezTo>
                <a:cubicBezTo>
                  <a:pt x="10085" y="16372"/>
                  <a:pt x="9909" y="16524"/>
                  <a:pt x="9693" y="16524"/>
                </a:cubicBezTo>
                <a:cubicBezTo>
                  <a:pt x="9477" y="16524"/>
                  <a:pt x="9302" y="16372"/>
                  <a:pt x="9302" y="16184"/>
                </a:cubicBezTo>
                <a:cubicBezTo>
                  <a:pt x="9302" y="15996"/>
                  <a:pt x="9477" y="15844"/>
                  <a:pt x="9693" y="15844"/>
                </a:cubicBezTo>
                <a:close/>
                <a:moveTo>
                  <a:pt x="8758" y="15844"/>
                </a:moveTo>
                <a:cubicBezTo>
                  <a:pt x="8974" y="15844"/>
                  <a:pt x="9149" y="15996"/>
                  <a:pt x="9149" y="16184"/>
                </a:cubicBezTo>
                <a:cubicBezTo>
                  <a:pt x="9149" y="16372"/>
                  <a:pt x="8974" y="16524"/>
                  <a:pt x="8758" y="16524"/>
                </a:cubicBezTo>
                <a:cubicBezTo>
                  <a:pt x="8541" y="16524"/>
                  <a:pt x="8366" y="16372"/>
                  <a:pt x="8366" y="16184"/>
                </a:cubicBezTo>
                <a:cubicBezTo>
                  <a:pt x="8366" y="15996"/>
                  <a:pt x="8541" y="15844"/>
                  <a:pt x="8758" y="15844"/>
                </a:cubicBezTo>
                <a:close/>
                <a:moveTo>
                  <a:pt x="7822" y="15844"/>
                </a:moveTo>
                <a:cubicBezTo>
                  <a:pt x="8038" y="15844"/>
                  <a:pt x="8214" y="15996"/>
                  <a:pt x="8214" y="16184"/>
                </a:cubicBezTo>
                <a:cubicBezTo>
                  <a:pt x="8214" y="16372"/>
                  <a:pt x="8038" y="16524"/>
                  <a:pt x="7822" y="16524"/>
                </a:cubicBezTo>
                <a:cubicBezTo>
                  <a:pt x="7606" y="16524"/>
                  <a:pt x="7431" y="16372"/>
                  <a:pt x="7431" y="16184"/>
                </a:cubicBezTo>
                <a:cubicBezTo>
                  <a:pt x="7431" y="15996"/>
                  <a:pt x="7606" y="15844"/>
                  <a:pt x="7822" y="15844"/>
                </a:cubicBezTo>
                <a:close/>
                <a:moveTo>
                  <a:pt x="6887" y="15844"/>
                </a:moveTo>
                <a:cubicBezTo>
                  <a:pt x="7103" y="15844"/>
                  <a:pt x="7278" y="15996"/>
                  <a:pt x="7278" y="16184"/>
                </a:cubicBezTo>
                <a:cubicBezTo>
                  <a:pt x="7278" y="16372"/>
                  <a:pt x="7103" y="16524"/>
                  <a:pt x="6887" y="16524"/>
                </a:cubicBezTo>
                <a:cubicBezTo>
                  <a:pt x="6670" y="16524"/>
                  <a:pt x="6495" y="16372"/>
                  <a:pt x="6495" y="16184"/>
                </a:cubicBezTo>
                <a:cubicBezTo>
                  <a:pt x="6495" y="15996"/>
                  <a:pt x="6670" y="15844"/>
                  <a:pt x="6887" y="15844"/>
                </a:cubicBezTo>
                <a:close/>
                <a:moveTo>
                  <a:pt x="5951" y="15844"/>
                </a:moveTo>
                <a:cubicBezTo>
                  <a:pt x="6167" y="15844"/>
                  <a:pt x="6343" y="15996"/>
                  <a:pt x="6343" y="16184"/>
                </a:cubicBezTo>
                <a:cubicBezTo>
                  <a:pt x="6343" y="16372"/>
                  <a:pt x="6167" y="16524"/>
                  <a:pt x="5951" y="16524"/>
                </a:cubicBezTo>
                <a:cubicBezTo>
                  <a:pt x="5735" y="16524"/>
                  <a:pt x="5560" y="16372"/>
                  <a:pt x="5560" y="16184"/>
                </a:cubicBezTo>
                <a:cubicBezTo>
                  <a:pt x="5560" y="15996"/>
                  <a:pt x="5735" y="15844"/>
                  <a:pt x="5951" y="15844"/>
                </a:cubicBezTo>
                <a:close/>
                <a:moveTo>
                  <a:pt x="5016" y="15844"/>
                </a:moveTo>
                <a:cubicBezTo>
                  <a:pt x="5232" y="15844"/>
                  <a:pt x="5407" y="15996"/>
                  <a:pt x="5407" y="16184"/>
                </a:cubicBezTo>
                <a:cubicBezTo>
                  <a:pt x="5407" y="16372"/>
                  <a:pt x="5232" y="16524"/>
                  <a:pt x="5016" y="16524"/>
                </a:cubicBezTo>
                <a:cubicBezTo>
                  <a:pt x="4799" y="16524"/>
                  <a:pt x="4624" y="16372"/>
                  <a:pt x="4624" y="16184"/>
                </a:cubicBezTo>
                <a:cubicBezTo>
                  <a:pt x="4624" y="15996"/>
                  <a:pt x="4799" y="15844"/>
                  <a:pt x="5016" y="15844"/>
                </a:cubicBezTo>
                <a:close/>
                <a:moveTo>
                  <a:pt x="4080" y="15844"/>
                </a:moveTo>
                <a:cubicBezTo>
                  <a:pt x="4296" y="15844"/>
                  <a:pt x="4472" y="15996"/>
                  <a:pt x="4472" y="16184"/>
                </a:cubicBezTo>
                <a:cubicBezTo>
                  <a:pt x="4472" y="16372"/>
                  <a:pt x="4296" y="16524"/>
                  <a:pt x="4080" y="16524"/>
                </a:cubicBezTo>
                <a:cubicBezTo>
                  <a:pt x="3864" y="16524"/>
                  <a:pt x="3689" y="16372"/>
                  <a:pt x="3689" y="16184"/>
                </a:cubicBezTo>
                <a:cubicBezTo>
                  <a:pt x="3689" y="15996"/>
                  <a:pt x="3864" y="15844"/>
                  <a:pt x="4080" y="15844"/>
                </a:cubicBezTo>
                <a:close/>
                <a:moveTo>
                  <a:pt x="3145" y="15844"/>
                </a:moveTo>
                <a:cubicBezTo>
                  <a:pt x="3361" y="15844"/>
                  <a:pt x="3536" y="15996"/>
                  <a:pt x="3536" y="16184"/>
                </a:cubicBezTo>
                <a:cubicBezTo>
                  <a:pt x="3536" y="16372"/>
                  <a:pt x="3361" y="16524"/>
                  <a:pt x="3145" y="16524"/>
                </a:cubicBezTo>
                <a:cubicBezTo>
                  <a:pt x="2928" y="16524"/>
                  <a:pt x="2753" y="16372"/>
                  <a:pt x="2753" y="16184"/>
                </a:cubicBezTo>
                <a:cubicBezTo>
                  <a:pt x="2753" y="15996"/>
                  <a:pt x="2928" y="15844"/>
                  <a:pt x="3145" y="15844"/>
                </a:cubicBezTo>
                <a:close/>
                <a:moveTo>
                  <a:pt x="2209" y="15844"/>
                </a:moveTo>
                <a:cubicBezTo>
                  <a:pt x="2425" y="15844"/>
                  <a:pt x="2601" y="15996"/>
                  <a:pt x="2601" y="16184"/>
                </a:cubicBezTo>
                <a:cubicBezTo>
                  <a:pt x="2601" y="16372"/>
                  <a:pt x="2425" y="16524"/>
                  <a:pt x="2209" y="16524"/>
                </a:cubicBezTo>
                <a:cubicBezTo>
                  <a:pt x="1994" y="16524"/>
                  <a:pt x="1818" y="16372"/>
                  <a:pt x="1818" y="16184"/>
                </a:cubicBezTo>
                <a:cubicBezTo>
                  <a:pt x="1818" y="15996"/>
                  <a:pt x="1994" y="15844"/>
                  <a:pt x="2209" y="15844"/>
                </a:cubicBezTo>
                <a:close/>
                <a:moveTo>
                  <a:pt x="1274" y="15844"/>
                </a:moveTo>
                <a:cubicBezTo>
                  <a:pt x="1490" y="15844"/>
                  <a:pt x="1666" y="15996"/>
                  <a:pt x="1666" y="16184"/>
                </a:cubicBezTo>
                <a:cubicBezTo>
                  <a:pt x="1666" y="16372"/>
                  <a:pt x="1490" y="16524"/>
                  <a:pt x="1274" y="16524"/>
                </a:cubicBezTo>
                <a:cubicBezTo>
                  <a:pt x="1058" y="16524"/>
                  <a:pt x="883" y="16372"/>
                  <a:pt x="883" y="16184"/>
                </a:cubicBezTo>
                <a:cubicBezTo>
                  <a:pt x="883" y="15996"/>
                  <a:pt x="1058" y="15844"/>
                  <a:pt x="1274" y="15844"/>
                </a:cubicBezTo>
                <a:close/>
                <a:moveTo>
                  <a:pt x="339" y="15844"/>
                </a:moveTo>
                <a:cubicBezTo>
                  <a:pt x="555" y="15844"/>
                  <a:pt x="730" y="15996"/>
                  <a:pt x="730" y="16184"/>
                </a:cubicBezTo>
                <a:cubicBezTo>
                  <a:pt x="730" y="16372"/>
                  <a:pt x="555" y="16524"/>
                  <a:pt x="339" y="16524"/>
                </a:cubicBezTo>
                <a:cubicBezTo>
                  <a:pt x="231" y="16524"/>
                  <a:pt x="133" y="16486"/>
                  <a:pt x="62" y="16424"/>
                </a:cubicBezTo>
                <a:lnTo>
                  <a:pt x="0" y="16295"/>
                </a:lnTo>
                <a:lnTo>
                  <a:pt x="0" y="16074"/>
                </a:lnTo>
                <a:lnTo>
                  <a:pt x="62" y="15944"/>
                </a:lnTo>
                <a:cubicBezTo>
                  <a:pt x="133" y="15882"/>
                  <a:pt x="231" y="15844"/>
                  <a:pt x="339" y="15844"/>
                </a:cubicBezTo>
                <a:close/>
                <a:moveTo>
                  <a:pt x="17177" y="14943"/>
                </a:moveTo>
                <a:cubicBezTo>
                  <a:pt x="17285" y="14943"/>
                  <a:pt x="17383" y="14981"/>
                  <a:pt x="17454" y="15043"/>
                </a:cubicBezTo>
                <a:lnTo>
                  <a:pt x="17486" y="15110"/>
                </a:lnTo>
                <a:lnTo>
                  <a:pt x="17174" y="15472"/>
                </a:lnTo>
                <a:lnTo>
                  <a:pt x="17040" y="15599"/>
                </a:lnTo>
                <a:lnTo>
                  <a:pt x="17025" y="15597"/>
                </a:lnTo>
                <a:cubicBezTo>
                  <a:pt x="16884" y="15545"/>
                  <a:pt x="16786" y="15424"/>
                  <a:pt x="16786" y="15283"/>
                </a:cubicBezTo>
                <a:cubicBezTo>
                  <a:pt x="16786" y="15096"/>
                  <a:pt x="16961" y="14943"/>
                  <a:pt x="17177" y="14943"/>
                </a:cubicBezTo>
                <a:close/>
                <a:moveTo>
                  <a:pt x="16242" y="14943"/>
                </a:moveTo>
                <a:cubicBezTo>
                  <a:pt x="16458" y="14943"/>
                  <a:pt x="16633" y="15096"/>
                  <a:pt x="16633" y="15283"/>
                </a:cubicBezTo>
                <a:cubicBezTo>
                  <a:pt x="16633" y="15471"/>
                  <a:pt x="16458" y="15623"/>
                  <a:pt x="16242" y="15623"/>
                </a:cubicBezTo>
                <a:cubicBezTo>
                  <a:pt x="16025" y="15623"/>
                  <a:pt x="15850" y="15471"/>
                  <a:pt x="15850" y="15283"/>
                </a:cubicBezTo>
                <a:cubicBezTo>
                  <a:pt x="15850" y="15096"/>
                  <a:pt x="16025" y="14943"/>
                  <a:pt x="16242" y="14943"/>
                </a:cubicBezTo>
                <a:close/>
                <a:moveTo>
                  <a:pt x="15306" y="14943"/>
                </a:moveTo>
                <a:cubicBezTo>
                  <a:pt x="15522" y="14943"/>
                  <a:pt x="15698" y="15096"/>
                  <a:pt x="15698" y="15283"/>
                </a:cubicBezTo>
                <a:cubicBezTo>
                  <a:pt x="15698" y="15471"/>
                  <a:pt x="15522" y="15623"/>
                  <a:pt x="15306" y="15623"/>
                </a:cubicBezTo>
                <a:cubicBezTo>
                  <a:pt x="15090" y="15623"/>
                  <a:pt x="14915" y="15471"/>
                  <a:pt x="14915" y="15283"/>
                </a:cubicBezTo>
                <a:cubicBezTo>
                  <a:pt x="14915" y="15096"/>
                  <a:pt x="15090" y="14943"/>
                  <a:pt x="15306" y="14943"/>
                </a:cubicBezTo>
                <a:close/>
                <a:moveTo>
                  <a:pt x="14371" y="14943"/>
                </a:moveTo>
                <a:cubicBezTo>
                  <a:pt x="14587" y="14943"/>
                  <a:pt x="14762" y="15096"/>
                  <a:pt x="14762" y="15283"/>
                </a:cubicBezTo>
                <a:cubicBezTo>
                  <a:pt x="14762" y="15471"/>
                  <a:pt x="14587" y="15623"/>
                  <a:pt x="14371" y="15623"/>
                </a:cubicBezTo>
                <a:cubicBezTo>
                  <a:pt x="14154" y="15623"/>
                  <a:pt x="13979" y="15471"/>
                  <a:pt x="13979" y="15283"/>
                </a:cubicBezTo>
                <a:cubicBezTo>
                  <a:pt x="13979" y="15096"/>
                  <a:pt x="14154" y="14943"/>
                  <a:pt x="14371" y="14943"/>
                </a:cubicBezTo>
                <a:close/>
                <a:moveTo>
                  <a:pt x="13435" y="14943"/>
                </a:moveTo>
                <a:cubicBezTo>
                  <a:pt x="13651" y="14943"/>
                  <a:pt x="13827" y="15096"/>
                  <a:pt x="13827" y="15283"/>
                </a:cubicBezTo>
                <a:cubicBezTo>
                  <a:pt x="13827" y="15471"/>
                  <a:pt x="13651" y="15623"/>
                  <a:pt x="13435" y="15623"/>
                </a:cubicBezTo>
                <a:cubicBezTo>
                  <a:pt x="13219" y="15623"/>
                  <a:pt x="13044" y="15471"/>
                  <a:pt x="13044" y="15283"/>
                </a:cubicBezTo>
                <a:cubicBezTo>
                  <a:pt x="13044" y="15096"/>
                  <a:pt x="13219" y="14943"/>
                  <a:pt x="13435" y="14943"/>
                </a:cubicBezTo>
                <a:close/>
                <a:moveTo>
                  <a:pt x="12500" y="14943"/>
                </a:moveTo>
                <a:cubicBezTo>
                  <a:pt x="12716" y="14943"/>
                  <a:pt x="12891" y="15096"/>
                  <a:pt x="12891" y="15283"/>
                </a:cubicBezTo>
                <a:cubicBezTo>
                  <a:pt x="12891" y="15471"/>
                  <a:pt x="12716" y="15623"/>
                  <a:pt x="12500" y="15623"/>
                </a:cubicBezTo>
                <a:cubicBezTo>
                  <a:pt x="12283" y="15623"/>
                  <a:pt x="12108" y="15471"/>
                  <a:pt x="12108" y="15283"/>
                </a:cubicBezTo>
                <a:cubicBezTo>
                  <a:pt x="12108" y="15096"/>
                  <a:pt x="12283" y="14943"/>
                  <a:pt x="12500" y="14943"/>
                </a:cubicBezTo>
                <a:close/>
                <a:moveTo>
                  <a:pt x="11564" y="14943"/>
                </a:moveTo>
                <a:cubicBezTo>
                  <a:pt x="11780" y="14943"/>
                  <a:pt x="11956" y="15096"/>
                  <a:pt x="11956" y="15283"/>
                </a:cubicBezTo>
                <a:cubicBezTo>
                  <a:pt x="11956" y="15471"/>
                  <a:pt x="11780" y="15623"/>
                  <a:pt x="11564" y="15623"/>
                </a:cubicBezTo>
                <a:cubicBezTo>
                  <a:pt x="11348" y="15623"/>
                  <a:pt x="11173" y="15471"/>
                  <a:pt x="11173" y="15283"/>
                </a:cubicBezTo>
                <a:cubicBezTo>
                  <a:pt x="11173" y="15096"/>
                  <a:pt x="11348" y="14943"/>
                  <a:pt x="11564" y="14943"/>
                </a:cubicBezTo>
                <a:close/>
                <a:moveTo>
                  <a:pt x="10629" y="14943"/>
                </a:moveTo>
                <a:cubicBezTo>
                  <a:pt x="10845" y="14943"/>
                  <a:pt x="11020" y="15096"/>
                  <a:pt x="11020" y="15283"/>
                </a:cubicBezTo>
                <a:cubicBezTo>
                  <a:pt x="11020" y="15471"/>
                  <a:pt x="10845" y="15623"/>
                  <a:pt x="10629" y="15623"/>
                </a:cubicBezTo>
                <a:cubicBezTo>
                  <a:pt x="10412" y="15623"/>
                  <a:pt x="10237" y="15471"/>
                  <a:pt x="10237" y="15283"/>
                </a:cubicBezTo>
                <a:cubicBezTo>
                  <a:pt x="10237" y="15096"/>
                  <a:pt x="10412" y="14943"/>
                  <a:pt x="10629" y="14943"/>
                </a:cubicBezTo>
                <a:close/>
                <a:moveTo>
                  <a:pt x="9693" y="14943"/>
                </a:moveTo>
                <a:cubicBezTo>
                  <a:pt x="9909" y="14943"/>
                  <a:pt x="10085" y="15096"/>
                  <a:pt x="10085" y="15283"/>
                </a:cubicBezTo>
                <a:cubicBezTo>
                  <a:pt x="10085" y="15471"/>
                  <a:pt x="9909" y="15623"/>
                  <a:pt x="9693" y="15623"/>
                </a:cubicBezTo>
                <a:cubicBezTo>
                  <a:pt x="9477" y="15623"/>
                  <a:pt x="9302" y="15471"/>
                  <a:pt x="9302" y="15283"/>
                </a:cubicBezTo>
                <a:cubicBezTo>
                  <a:pt x="9302" y="15096"/>
                  <a:pt x="9477" y="14943"/>
                  <a:pt x="9693" y="14943"/>
                </a:cubicBezTo>
                <a:close/>
                <a:moveTo>
                  <a:pt x="8758" y="14943"/>
                </a:moveTo>
                <a:cubicBezTo>
                  <a:pt x="8974" y="14943"/>
                  <a:pt x="9149" y="15096"/>
                  <a:pt x="9149" y="15283"/>
                </a:cubicBezTo>
                <a:cubicBezTo>
                  <a:pt x="9149" y="15471"/>
                  <a:pt x="8974" y="15623"/>
                  <a:pt x="8758" y="15623"/>
                </a:cubicBezTo>
                <a:cubicBezTo>
                  <a:pt x="8541" y="15623"/>
                  <a:pt x="8366" y="15471"/>
                  <a:pt x="8366" y="15283"/>
                </a:cubicBezTo>
                <a:cubicBezTo>
                  <a:pt x="8366" y="15096"/>
                  <a:pt x="8541" y="14943"/>
                  <a:pt x="8758" y="14943"/>
                </a:cubicBezTo>
                <a:close/>
                <a:moveTo>
                  <a:pt x="7822" y="14943"/>
                </a:moveTo>
                <a:cubicBezTo>
                  <a:pt x="8038" y="14943"/>
                  <a:pt x="8214" y="15096"/>
                  <a:pt x="8214" y="15283"/>
                </a:cubicBezTo>
                <a:cubicBezTo>
                  <a:pt x="8214" y="15471"/>
                  <a:pt x="8038" y="15623"/>
                  <a:pt x="7822" y="15623"/>
                </a:cubicBezTo>
                <a:cubicBezTo>
                  <a:pt x="7606" y="15623"/>
                  <a:pt x="7431" y="15471"/>
                  <a:pt x="7431" y="15283"/>
                </a:cubicBezTo>
                <a:cubicBezTo>
                  <a:pt x="7431" y="15096"/>
                  <a:pt x="7606" y="14943"/>
                  <a:pt x="7822" y="14943"/>
                </a:cubicBezTo>
                <a:close/>
                <a:moveTo>
                  <a:pt x="6887" y="14943"/>
                </a:moveTo>
                <a:cubicBezTo>
                  <a:pt x="7103" y="14943"/>
                  <a:pt x="7278" y="15096"/>
                  <a:pt x="7278" y="15283"/>
                </a:cubicBezTo>
                <a:cubicBezTo>
                  <a:pt x="7278" y="15471"/>
                  <a:pt x="7103" y="15623"/>
                  <a:pt x="6887" y="15623"/>
                </a:cubicBezTo>
                <a:cubicBezTo>
                  <a:pt x="6670" y="15623"/>
                  <a:pt x="6495" y="15471"/>
                  <a:pt x="6495" y="15283"/>
                </a:cubicBezTo>
                <a:cubicBezTo>
                  <a:pt x="6495" y="15096"/>
                  <a:pt x="6670" y="14943"/>
                  <a:pt x="6887" y="14943"/>
                </a:cubicBezTo>
                <a:close/>
                <a:moveTo>
                  <a:pt x="5951" y="14943"/>
                </a:moveTo>
                <a:cubicBezTo>
                  <a:pt x="6167" y="14943"/>
                  <a:pt x="6343" y="15096"/>
                  <a:pt x="6343" y="15283"/>
                </a:cubicBezTo>
                <a:cubicBezTo>
                  <a:pt x="6343" y="15471"/>
                  <a:pt x="6167" y="15623"/>
                  <a:pt x="5951" y="15623"/>
                </a:cubicBezTo>
                <a:cubicBezTo>
                  <a:pt x="5735" y="15623"/>
                  <a:pt x="5560" y="15471"/>
                  <a:pt x="5560" y="15283"/>
                </a:cubicBezTo>
                <a:cubicBezTo>
                  <a:pt x="5560" y="15096"/>
                  <a:pt x="5735" y="14943"/>
                  <a:pt x="5951" y="14943"/>
                </a:cubicBezTo>
                <a:close/>
                <a:moveTo>
                  <a:pt x="5016" y="14943"/>
                </a:moveTo>
                <a:cubicBezTo>
                  <a:pt x="5232" y="14943"/>
                  <a:pt x="5407" y="15096"/>
                  <a:pt x="5407" y="15283"/>
                </a:cubicBezTo>
                <a:cubicBezTo>
                  <a:pt x="5407" y="15471"/>
                  <a:pt x="5232" y="15623"/>
                  <a:pt x="5016" y="15623"/>
                </a:cubicBezTo>
                <a:cubicBezTo>
                  <a:pt x="4799" y="15623"/>
                  <a:pt x="4624" y="15471"/>
                  <a:pt x="4624" y="15283"/>
                </a:cubicBezTo>
                <a:cubicBezTo>
                  <a:pt x="4624" y="15096"/>
                  <a:pt x="4799" y="14943"/>
                  <a:pt x="5016" y="14943"/>
                </a:cubicBezTo>
                <a:close/>
                <a:moveTo>
                  <a:pt x="4080" y="14943"/>
                </a:moveTo>
                <a:cubicBezTo>
                  <a:pt x="4296" y="14943"/>
                  <a:pt x="4472" y="15096"/>
                  <a:pt x="4472" y="15283"/>
                </a:cubicBezTo>
                <a:cubicBezTo>
                  <a:pt x="4472" y="15471"/>
                  <a:pt x="4296" y="15623"/>
                  <a:pt x="4080" y="15623"/>
                </a:cubicBezTo>
                <a:cubicBezTo>
                  <a:pt x="3864" y="15623"/>
                  <a:pt x="3689" y="15471"/>
                  <a:pt x="3689" y="15283"/>
                </a:cubicBezTo>
                <a:cubicBezTo>
                  <a:pt x="3689" y="15096"/>
                  <a:pt x="3864" y="14943"/>
                  <a:pt x="4080" y="14943"/>
                </a:cubicBezTo>
                <a:close/>
                <a:moveTo>
                  <a:pt x="3145" y="14943"/>
                </a:moveTo>
                <a:cubicBezTo>
                  <a:pt x="3361" y="14943"/>
                  <a:pt x="3536" y="15096"/>
                  <a:pt x="3536" y="15283"/>
                </a:cubicBezTo>
                <a:cubicBezTo>
                  <a:pt x="3536" y="15471"/>
                  <a:pt x="3361" y="15623"/>
                  <a:pt x="3145" y="15623"/>
                </a:cubicBezTo>
                <a:cubicBezTo>
                  <a:pt x="2928" y="15623"/>
                  <a:pt x="2753" y="15471"/>
                  <a:pt x="2753" y="15283"/>
                </a:cubicBezTo>
                <a:cubicBezTo>
                  <a:pt x="2753" y="15096"/>
                  <a:pt x="2928" y="14943"/>
                  <a:pt x="3145" y="14943"/>
                </a:cubicBezTo>
                <a:close/>
                <a:moveTo>
                  <a:pt x="2209" y="14943"/>
                </a:moveTo>
                <a:cubicBezTo>
                  <a:pt x="2425" y="14943"/>
                  <a:pt x="2601" y="15096"/>
                  <a:pt x="2601" y="15283"/>
                </a:cubicBezTo>
                <a:cubicBezTo>
                  <a:pt x="2601" y="15471"/>
                  <a:pt x="2425" y="15623"/>
                  <a:pt x="2209" y="15623"/>
                </a:cubicBezTo>
                <a:cubicBezTo>
                  <a:pt x="1994" y="15623"/>
                  <a:pt x="1818" y="15471"/>
                  <a:pt x="1818" y="15283"/>
                </a:cubicBezTo>
                <a:cubicBezTo>
                  <a:pt x="1818" y="15096"/>
                  <a:pt x="1994" y="14943"/>
                  <a:pt x="2209" y="14943"/>
                </a:cubicBezTo>
                <a:close/>
                <a:moveTo>
                  <a:pt x="1274" y="14943"/>
                </a:moveTo>
                <a:cubicBezTo>
                  <a:pt x="1491" y="14943"/>
                  <a:pt x="1666" y="15096"/>
                  <a:pt x="1666" y="15283"/>
                </a:cubicBezTo>
                <a:cubicBezTo>
                  <a:pt x="1666" y="15471"/>
                  <a:pt x="1491" y="15623"/>
                  <a:pt x="1274" y="15623"/>
                </a:cubicBezTo>
                <a:cubicBezTo>
                  <a:pt x="1058" y="15623"/>
                  <a:pt x="883" y="15471"/>
                  <a:pt x="883" y="15283"/>
                </a:cubicBezTo>
                <a:cubicBezTo>
                  <a:pt x="883" y="15096"/>
                  <a:pt x="1058" y="14943"/>
                  <a:pt x="1274" y="14943"/>
                </a:cubicBezTo>
                <a:close/>
                <a:moveTo>
                  <a:pt x="339" y="14943"/>
                </a:moveTo>
                <a:cubicBezTo>
                  <a:pt x="555" y="14943"/>
                  <a:pt x="730" y="15096"/>
                  <a:pt x="730" y="15283"/>
                </a:cubicBezTo>
                <a:cubicBezTo>
                  <a:pt x="730" y="15471"/>
                  <a:pt x="555" y="15623"/>
                  <a:pt x="339" y="15623"/>
                </a:cubicBezTo>
                <a:cubicBezTo>
                  <a:pt x="231" y="15623"/>
                  <a:pt x="133" y="15585"/>
                  <a:pt x="62" y="15524"/>
                </a:cubicBezTo>
                <a:lnTo>
                  <a:pt x="0" y="15394"/>
                </a:lnTo>
                <a:lnTo>
                  <a:pt x="0" y="15173"/>
                </a:lnTo>
                <a:lnTo>
                  <a:pt x="62" y="15043"/>
                </a:lnTo>
                <a:cubicBezTo>
                  <a:pt x="133" y="14981"/>
                  <a:pt x="231" y="14943"/>
                  <a:pt x="339" y="14943"/>
                </a:cubicBezTo>
                <a:close/>
                <a:moveTo>
                  <a:pt x="18113" y="14043"/>
                </a:moveTo>
                <a:cubicBezTo>
                  <a:pt x="18167" y="14043"/>
                  <a:pt x="18218" y="14052"/>
                  <a:pt x="18265" y="14069"/>
                </a:cubicBezTo>
                <a:lnTo>
                  <a:pt x="18335" y="14111"/>
                </a:lnTo>
                <a:lnTo>
                  <a:pt x="18290" y="14176"/>
                </a:lnTo>
                <a:lnTo>
                  <a:pt x="17882" y="14650"/>
                </a:lnTo>
                <a:lnTo>
                  <a:pt x="17836" y="14623"/>
                </a:lnTo>
                <a:cubicBezTo>
                  <a:pt x="17765" y="14561"/>
                  <a:pt x="17721" y="14476"/>
                  <a:pt x="17721" y="14383"/>
                </a:cubicBezTo>
                <a:cubicBezTo>
                  <a:pt x="17721" y="14195"/>
                  <a:pt x="17896" y="14043"/>
                  <a:pt x="18113" y="14043"/>
                </a:cubicBezTo>
                <a:close/>
                <a:moveTo>
                  <a:pt x="17177" y="14043"/>
                </a:moveTo>
                <a:cubicBezTo>
                  <a:pt x="17393" y="14043"/>
                  <a:pt x="17569" y="14195"/>
                  <a:pt x="17569" y="14383"/>
                </a:cubicBezTo>
                <a:cubicBezTo>
                  <a:pt x="17569" y="14570"/>
                  <a:pt x="17393" y="14723"/>
                  <a:pt x="17177" y="14723"/>
                </a:cubicBezTo>
                <a:cubicBezTo>
                  <a:pt x="16961" y="14723"/>
                  <a:pt x="16786" y="14570"/>
                  <a:pt x="16786" y="14383"/>
                </a:cubicBezTo>
                <a:cubicBezTo>
                  <a:pt x="16786" y="14195"/>
                  <a:pt x="16961" y="14043"/>
                  <a:pt x="17177" y="14043"/>
                </a:cubicBezTo>
                <a:close/>
                <a:moveTo>
                  <a:pt x="16242" y="14043"/>
                </a:moveTo>
                <a:cubicBezTo>
                  <a:pt x="16458" y="14043"/>
                  <a:pt x="16633" y="14195"/>
                  <a:pt x="16633" y="14383"/>
                </a:cubicBezTo>
                <a:cubicBezTo>
                  <a:pt x="16633" y="14570"/>
                  <a:pt x="16458" y="14723"/>
                  <a:pt x="16242" y="14723"/>
                </a:cubicBezTo>
                <a:cubicBezTo>
                  <a:pt x="16025" y="14723"/>
                  <a:pt x="15850" y="14570"/>
                  <a:pt x="15850" y="14383"/>
                </a:cubicBezTo>
                <a:cubicBezTo>
                  <a:pt x="15850" y="14195"/>
                  <a:pt x="16025" y="14043"/>
                  <a:pt x="16242" y="14043"/>
                </a:cubicBezTo>
                <a:close/>
                <a:moveTo>
                  <a:pt x="15306" y="14043"/>
                </a:moveTo>
                <a:cubicBezTo>
                  <a:pt x="15522" y="14043"/>
                  <a:pt x="15698" y="14195"/>
                  <a:pt x="15698" y="14383"/>
                </a:cubicBezTo>
                <a:cubicBezTo>
                  <a:pt x="15698" y="14570"/>
                  <a:pt x="15522" y="14723"/>
                  <a:pt x="15306" y="14723"/>
                </a:cubicBezTo>
                <a:cubicBezTo>
                  <a:pt x="15090" y="14723"/>
                  <a:pt x="14915" y="14570"/>
                  <a:pt x="14915" y="14383"/>
                </a:cubicBezTo>
                <a:cubicBezTo>
                  <a:pt x="14915" y="14195"/>
                  <a:pt x="15090" y="14043"/>
                  <a:pt x="15306" y="14043"/>
                </a:cubicBezTo>
                <a:close/>
                <a:moveTo>
                  <a:pt x="14371" y="14043"/>
                </a:moveTo>
                <a:cubicBezTo>
                  <a:pt x="14587" y="14043"/>
                  <a:pt x="14762" y="14195"/>
                  <a:pt x="14762" y="14383"/>
                </a:cubicBezTo>
                <a:cubicBezTo>
                  <a:pt x="14762" y="14570"/>
                  <a:pt x="14587" y="14723"/>
                  <a:pt x="14371" y="14723"/>
                </a:cubicBezTo>
                <a:cubicBezTo>
                  <a:pt x="14154" y="14723"/>
                  <a:pt x="13979" y="14570"/>
                  <a:pt x="13979" y="14383"/>
                </a:cubicBezTo>
                <a:cubicBezTo>
                  <a:pt x="13979" y="14195"/>
                  <a:pt x="14154" y="14043"/>
                  <a:pt x="14371" y="14043"/>
                </a:cubicBezTo>
                <a:close/>
                <a:moveTo>
                  <a:pt x="13435" y="14043"/>
                </a:moveTo>
                <a:cubicBezTo>
                  <a:pt x="13651" y="14043"/>
                  <a:pt x="13827" y="14195"/>
                  <a:pt x="13827" y="14383"/>
                </a:cubicBezTo>
                <a:cubicBezTo>
                  <a:pt x="13827" y="14570"/>
                  <a:pt x="13651" y="14723"/>
                  <a:pt x="13435" y="14723"/>
                </a:cubicBezTo>
                <a:cubicBezTo>
                  <a:pt x="13219" y="14723"/>
                  <a:pt x="13044" y="14570"/>
                  <a:pt x="13044" y="14383"/>
                </a:cubicBezTo>
                <a:cubicBezTo>
                  <a:pt x="13044" y="14195"/>
                  <a:pt x="13219" y="14043"/>
                  <a:pt x="13435" y="14043"/>
                </a:cubicBezTo>
                <a:close/>
                <a:moveTo>
                  <a:pt x="12500" y="14043"/>
                </a:moveTo>
                <a:cubicBezTo>
                  <a:pt x="12716" y="14043"/>
                  <a:pt x="12891" y="14195"/>
                  <a:pt x="12891" y="14383"/>
                </a:cubicBezTo>
                <a:cubicBezTo>
                  <a:pt x="12891" y="14570"/>
                  <a:pt x="12716" y="14723"/>
                  <a:pt x="12500" y="14723"/>
                </a:cubicBezTo>
                <a:cubicBezTo>
                  <a:pt x="12283" y="14723"/>
                  <a:pt x="12108" y="14570"/>
                  <a:pt x="12108" y="14383"/>
                </a:cubicBezTo>
                <a:cubicBezTo>
                  <a:pt x="12108" y="14195"/>
                  <a:pt x="12283" y="14043"/>
                  <a:pt x="12500" y="14043"/>
                </a:cubicBezTo>
                <a:close/>
                <a:moveTo>
                  <a:pt x="11564" y="14043"/>
                </a:moveTo>
                <a:cubicBezTo>
                  <a:pt x="11780" y="14043"/>
                  <a:pt x="11956" y="14195"/>
                  <a:pt x="11956" y="14383"/>
                </a:cubicBezTo>
                <a:cubicBezTo>
                  <a:pt x="11956" y="14570"/>
                  <a:pt x="11780" y="14723"/>
                  <a:pt x="11564" y="14723"/>
                </a:cubicBezTo>
                <a:cubicBezTo>
                  <a:pt x="11348" y="14723"/>
                  <a:pt x="11173" y="14570"/>
                  <a:pt x="11173" y="14383"/>
                </a:cubicBezTo>
                <a:cubicBezTo>
                  <a:pt x="11173" y="14195"/>
                  <a:pt x="11348" y="14043"/>
                  <a:pt x="11564" y="14043"/>
                </a:cubicBezTo>
                <a:close/>
                <a:moveTo>
                  <a:pt x="10629" y="14043"/>
                </a:moveTo>
                <a:cubicBezTo>
                  <a:pt x="10845" y="14043"/>
                  <a:pt x="11020" y="14195"/>
                  <a:pt x="11020" y="14383"/>
                </a:cubicBezTo>
                <a:cubicBezTo>
                  <a:pt x="11020" y="14570"/>
                  <a:pt x="10845" y="14723"/>
                  <a:pt x="10629" y="14723"/>
                </a:cubicBezTo>
                <a:cubicBezTo>
                  <a:pt x="10412" y="14723"/>
                  <a:pt x="10237" y="14570"/>
                  <a:pt x="10237" y="14383"/>
                </a:cubicBezTo>
                <a:cubicBezTo>
                  <a:pt x="10237" y="14195"/>
                  <a:pt x="10412" y="14043"/>
                  <a:pt x="10629" y="14043"/>
                </a:cubicBezTo>
                <a:close/>
                <a:moveTo>
                  <a:pt x="9693" y="14043"/>
                </a:moveTo>
                <a:cubicBezTo>
                  <a:pt x="9909" y="14043"/>
                  <a:pt x="10085" y="14195"/>
                  <a:pt x="10085" y="14383"/>
                </a:cubicBezTo>
                <a:cubicBezTo>
                  <a:pt x="10085" y="14570"/>
                  <a:pt x="9909" y="14723"/>
                  <a:pt x="9693" y="14723"/>
                </a:cubicBezTo>
                <a:cubicBezTo>
                  <a:pt x="9477" y="14723"/>
                  <a:pt x="9302" y="14570"/>
                  <a:pt x="9302" y="14383"/>
                </a:cubicBezTo>
                <a:cubicBezTo>
                  <a:pt x="9302" y="14195"/>
                  <a:pt x="9477" y="14043"/>
                  <a:pt x="9693" y="14043"/>
                </a:cubicBezTo>
                <a:close/>
                <a:moveTo>
                  <a:pt x="8758" y="14043"/>
                </a:moveTo>
                <a:cubicBezTo>
                  <a:pt x="8974" y="14043"/>
                  <a:pt x="9149" y="14195"/>
                  <a:pt x="9149" y="14383"/>
                </a:cubicBezTo>
                <a:cubicBezTo>
                  <a:pt x="9149" y="14570"/>
                  <a:pt x="8974" y="14723"/>
                  <a:pt x="8758" y="14723"/>
                </a:cubicBezTo>
                <a:cubicBezTo>
                  <a:pt x="8541" y="14723"/>
                  <a:pt x="8366" y="14570"/>
                  <a:pt x="8366" y="14383"/>
                </a:cubicBezTo>
                <a:cubicBezTo>
                  <a:pt x="8366" y="14195"/>
                  <a:pt x="8541" y="14043"/>
                  <a:pt x="8758" y="14043"/>
                </a:cubicBezTo>
                <a:close/>
                <a:moveTo>
                  <a:pt x="7822" y="14043"/>
                </a:moveTo>
                <a:cubicBezTo>
                  <a:pt x="8038" y="14043"/>
                  <a:pt x="8214" y="14195"/>
                  <a:pt x="8214" y="14383"/>
                </a:cubicBezTo>
                <a:cubicBezTo>
                  <a:pt x="8214" y="14570"/>
                  <a:pt x="8038" y="14723"/>
                  <a:pt x="7822" y="14723"/>
                </a:cubicBezTo>
                <a:cubicBezTo>
                  <a:pt x="7606" y="14723"/>
                  <a:pt x="7431" y="14570"/>
                  <a:pt x="7431" y="14383"/>
                </a:cubicBezTo>
                <a:cubicBezTo>
                  <a:pt x="7431" y="14195"/>
                  <a:pt x="7606" y="14043"/>
                  <a:pt x="7822" y="14043"/>
                </a:cubicBezTo>
                <a:close/>
                <a:moveTo>
                  <a:pt x="6887" y="14043"/>
                </a:moveTo>
                <a:cubicBezTo>
                  <a:pt x="7103" y="14043"/>
                  <a:pt x="7278" y="14195"/>
                  <a:pt x="7278" y="14383"/>
                </a:cubicBezTo>
                <a:cubicBezTo>
                  <a:pt x="7278" y="14570"/>
                  <a:pt x="7103" y="14723"/>
                  <a:pt x="6887" y="14723"/>
                </a:cubicBezTo>
                <a:cubicBezTo>
                  <a:pt x="6670" y="14723"/>
                  <a:pt x="6495" y="14570"/>
                  <a:pt x="6495" y="14383"/>
                </a:cubicBezTo>
                <a:cubicBezTo>
                  <a:pt x="6495" y="14195"/>
                  <a:pt x="6670" y="14043"/>
                  <a:pt x="6887" y="14043"/>
                </a:cubicBezTo>
                <a:close/>
                <a:moveTo>
                  <a:pt x="5951" y="14043"/>
                </a:moveTo>
                <a:cubicBezTo>
                  <a:pt x="6167" y="14043"/>
                  <a:pt x="6343" y="14195"/>
                  <a:pt x="6343" y="14383"/>
                </a:cubicBezTo>
                <a:cubicBezTo>
                  <a:pt x="6343" y="14570"/>
                  <a:pt x="6167" y="14723"/>
                  <a:pt x="5951" y="14723"/>
                </a:cubicBezTo>
                <a:cubicBezTo>
                  <a:pt x="5735" y="14723"/>
                  <a:pt x="5560" y="14570"/>
                  <a:pt x="5560" y="14383"/>
                </a:cubicBezTo>
                <a:cubicBezTo>
                  <a:pt x="5560" y="14195"/>
                  <a:pt x="5735" y="14043"/>
                  <a:pt x="5951" y="14043"/>
                </a:cubicBezTo>
                <a:close/>
                <a:moveTo>
                  <a:pt x="5016" y="14043"/>
                </a:moveTo>
                <a:cubicBezTo>
                  <a:pt x="5232" y="14043"/>
                  <a:pt x="5407" y="14195"/>
                  <a:pt x="5407" y="14383"/>
                </a:cubicBezTo>
                <a:cubicBezTo>
                  <a:pt x="5407" y="14570"/>
                  <a:pt x="5232" y="14723"/>
                  <a:pt x="5016" y="14723"/>
                </a:cubicBezTo>
                <a:cubicBezTo>
                  <a:pt x="4799" y="14723"/>
                  <a:pt x="4624" y="14570"/>
                  <a:pt x="4624" y="14383"/>
                </a:cubicBezTo>
                <a:cubicBezTo>
                  <a:pt x="4624" y="14195"/>
                  <a:pt x="4799" y="14043"/>
                  <a:pt x="5016" y="14043"/>
                </a:cubicBezTo>
                <a:close/>
                <a:moveTo>
                  <a:pt x="4080" y="14043"/>
                </a:moveTo>
                <a:cubicBezTo>
                  <a:pt x="4296" y="14043"/>
                  <a:pt x="4472" y="14195"/>
                  <a:pt x="4472" y="14383"/>
                </a:cubicBezTo>
                <a:cubicBezTo>
                  <a:pt x="4472" y="14570"/>
                  <a:pt x="4296" y="14723"/>
                  <a:pt x="4080" y="14723"/>
                </a:cubicBezTo>
                <a:cubicBezTo>
                  <a:pt x="3864" y="14723"/>
                  <a:pt x="3689" y="14570"/>
                  <a:pt x="3689" y="14383"/>
                </a:cubicBezTo>
                <a:cubicBezTo>
                  <a:pt x="3689" y="14195"/>
                  <a:pt x="3864" y="14043"/>
                  <a:pt x="4080" y="14043"/>
                </a:cubicBezTo>
                <a:close/>
                <a:moveTo>
                  <a:pt x="3145" y="14043"/>
                </a:moveTo>
                <a:cubicBezTo>
                  <a:pt x="3361" y="14043"/>
                  <a:pt x="3536" y="14195"/>
                  <a:pt x="3536" y="14383"/>
                </a:cubicBezTo>
                <a:cubicBezTo>
                  <a:pt x="3536" y="14570"/>
                  <a:pt x="3361" y="14723"/>
                  <a:pt x="3145" y="14723"/>
                </a:cubicBezTo>
                <a:cubicBezTo>
                  <a:pt x="2928" y="14723"/>
                  <a:pt x="2753" y="14570"/>
                  <a:pt x="2753" y="14383"/>
                </a:cubicBezTo>
                <a:cubicBezTo>
                  <a:pt x="2753" y="14195"/>
                  <a:pt x="2928" y="14043"/>
                  <a:pt x="3145" y="14043"/>
                </a:cubicBezTo>
                <a:close/>
                <a:moveTo>
                  <a:pt x="2209" y="14043"/>
                </a:moveTo>
                <a:cubicBezTo>
                  <a:pt x="2425" y="14043"/>
                  <a:pt x="2601" y="14195"/>
                  <a:pt x="2601" y="14383"/>
                </a:cubicBezTo>
                <a:cubicBezTo>
                  <a:pt x="2601" y="14570"/>
                  <a:pt x="2425" y="14723"/>
                  <a:pt x="2209" y="14723"/>
                </a:cubicBezTo>
                <a:cubicBezTo>
                  <a:pt x="1994" y="14723"/>
                  <a:pt x="1818" y="14570"/>
                  <a:pt x="1818" y="14383"/>
                </a:cubicBezTo>
                <a:cubicBezTo>
                  <a:pt x="1818" y="14195"/>
                  <a:pt x="1994" y="14043"/>
                  <a:pt x="2209" y="14043"/>
                </a:cubicBezTo>
                <a:close/>
                <a:moveTo>
                  <a:pt x="1274" y="14043"/>
                </a:moveTo>
                <a:cubicBezTo>
                  <a:pt x="1491" y="14043"/>
                  <a:pt x="1666" y="14195"/>
                  <a:pt x="1666" y="14383"/>
                </a:cubicBezTo>
                <a:cubicBezTo>
                  <a:pt x="1666" y="14570"/>
                  <a:pt x="1491" y="14723"/>
                  <a:pt x="1274" y="14723"/>
                </a:cubicBezTo>
                <a:cubicBezTo>
                  <a:pt x="1058" y="14723"/>
                  <a:pt x="883" y="14570"/>
                  <a:pt x="883" y="14383"/>
                </a:cubicBezTo>
                <a:cubicBezTo>
                  <a:pt x="883" y="14195"/>
                  <a:pt x="1058" y="14043"/>
                  <a:pt x="1274" y="14043"/>
                </a:cubicBezTo>
                <a:close/>
                <a:moveTo>
                  <a:pt x="339" y="14043"/>
                </a:moveTo>
                <a:cubicBezTo>
                  <a:pt x="555" y="14043"/>
                  <a:pt x="730" y="14195"/>
                  <a:pt x="730" y="14383"/>
                </a:cubicBezTo>
                <a:cubicBezTo>
                  <a:pt x="730" y="14570"/>
                  <a:pt x="555" y="14723"/>
                  <a:pt x="339" y="14723"/>
                </a:cubicBezTo>
                <a:cubicBezTo>
                  <a:pt x="231" y="14723"/>
                  <a:pt x="133" y="14685"/>
                  <a:pt x="62" y="14623"/>
                </a:cubicBezTo>
                <a:lnTo>
                  <a:pt x="0" y="14493"/>
                </a:lnTo>
                <a:lnTo>
                  <a:pt x="0" y="14272"/>
                </a:lnTo>
                <a:lnTo>
                  <a:pt x="62" y="14142"/>
                </a:lnTo>
                <a:cubicBezTo>
                  <a:pt x="133" y="14081"/>
                  <a:pt x="231" y="14043"/>
                  <a:pt x="339" y="14043"/>
                </a:cubicBezTo>
                <a:close/>
                <a:moveTo>
                  <a:pt x="19008" y="13149"/>
                </a:moveTo>
                <a:lnTo>
                  <a:pt x="18705" y="13583"/>
                </a:lnTo>
                <a:lnTo>
                  <a:pt x="18657" y="13482"/>
                </a:lnTo>
                <a:cubicBezTo>
                  <a:pt x="18657" y="13341"/>
                  <a:pt x="18755" y="13220"/>
                  <a:pt x="18896" y="13169"/>
                </a:cubicBezTo>
                <a:close/>
                <a:moveTo>
                  <a:pt x="18113" y="13142"/>
                </a:moveTo>
                <a:cubicBezTo>
                  <a:pt x="18329" y="13142"/>
                  <a:pt x="18504" y="13294"/>
                  <a:pt x="18504" y="13482"/>
                </a:cubicBezTo>
                <a:cubicBezTo>
                  <a:pt x="18504" y="13670"/>
                  <a:pt x="18329" y="13822"/>
                  <a:pt x="18113" y="13822"/>
                </a:cubicBezTo>
                <a:cubicBezTo>
                  <a:pt x="17896" y="13822"/>
                  <a:pt x="17721" y="13670"/>
                  <a:pt x="17721" y="13482"/>
                </a:cubicBezTo>
                <a:cubicBezTo>
                  <a:pt x="17721" y="13294"/>
                  <a:pt x="17896" y="13142"/>
                  <a:pt x="18113" y="13142"/>
                </a:cubicBezTo>
                <a:close/>
                <a:moveTo>
                  <a:pt x="17177" y="13142"/>
                </a:moveTo>
                <a:cubicBezTo>
                  <a:pt x="17393" y="13142"/>
                  <a:pt x="17569" y="13294"/>
                  <a:pt x="17569" y="13482"/>
                </a:cubicBezTo>
                <a:cubicBezTo>
                  <a:pt x="17569" y="13670"/>
                  <a:pt x="17393" y="13822"/>
                  <a:pt x="17177" y="13822"/>
                </a:cubicBezTo>
                <a:cubicBezTo>
                  <a:pt x="16961" y="13822"/>
                  <a:pt x="16786" y="13670"/>
                  <a:pt x="16786" y="13482"/>
                </a:cubicBezTo>
                <a:cubicBezTo>
                  <a:pt x="16786" y="13294"/>
                  <a:pt x="16961" y="13142"/>
                  <a:pt x="17177" y="13142"/>
                </a:cubicBezTo>
                <a:close/>
                <a:moveTo>
                  <a:pt x="16242" y="13142"/>
                </a:moveTo>
                <a:cubicBezTo>
                  <a:pt x="16458" y="13142"/>
                  <a:pt x="16633" y="13294"/>
                  <a:pt x="16633" y="13482"/>
                </a:cubicBezTo>
                <a:cubicBezTo>
                  <a:pt x="16633" y="13670"/>
                  <a:pt x="16458" y="13822"/>
                  <a:pt x="16242" y="13822"/>
                </a:cubicBezTo>
                <a:cubicBezTo>
                  <a:pt x="16025" y="13822"/>
                  <a:pt x="15850" y="13670"/>
                  <a:pt x="15850" y="13482"/>
                </a:cubicBezTo>
                <a:cubicBezTo>
                  <a:pt x="15850" y="13294"/>
                  <a:pt x="16025" y="13142"/>
                  <a:pt x="16242" y="13142"/>
                </a:cubicBezTo>
                <a:close/>
                <a:moveTo>
                  <a:pt x="15306" y="13142"/>
                </a:moveTo>
                <a:cubicBezTo>
                  <a:pt x="15522" y="13142"/>
                  <a:pt x="15698" y="13294"/>
                  <a:pt x="15698" y="13482"/>
                </a:cubicBezTo>
                <a:cubicBezTo>
                  <a:pt x="15698" y="13670"/>
                  <a:pt x="15522" y="13822"/>
                  <a:pt x="15306" y="13822"/>
                </a:cubicBezTo>
                <a:cubicBezTo>
                  <a:pt x="15090" y="13822"/>
                  <a:pt x="14915" y="13670"/>
                  <a:pt x="14915" y="13482"/>
                </a:cubicBezTo>
                <a:cubicBezTo>
                  <a:pt x="14915" y="13294"/>
                  <a:pt x="15090" y="13142"/>
                  <a:pt x="15306" y="13142"/>
                </a:cubicBezTo>
                <a:close/>
                <a:moveTo>
                  <a:pt x="14371" y="13142"/>
                </a:moveTo>
                <a:cubicBezTo>
                  <a:pt x="14587" y="13142"/>
                  <a:pt x="14762" y="13294"/>
                  <a:pt x="14762" y="13482"/>
                </a:cubicBezTo>
                <a:cubicBezTo>
                  <a:pt x="14762" y="13670"/>
                  <a:pt x="14587" y="13822"/>
                  <a:pt x="14371" y="13822"/>
                </a:cubicBezTo>
                <a:cubicBezTo>
                  <a:pt x="14154" y="13822"/>
                  <a:pt x="13979" y="13670"/>
                  <a:pt x="13979" y="13482"/>
                </a:cubicBezTo>
                <a:cubicBezTo>
                  <a:pt x="13979" y="13294"/>
                  <a:pt x="14154" y="13142"/>
                  <a:pt x="14371" y="13142"/>
                </a:cubicBezTo>
                <a:close/>
                <a:moveTo>
                  <a:pt x="13435" y="13142"/>
                </a:moveTo>
                <a:cubicBezTo>
                  <a:pt x="13651" y="13142"/>
                  <a:pt x="13827" y="13294"/>
                  <a:pt x="13827" y="13482"/>
                </a:cubicBezTo>
                <a:cubicBezTo>
                  <a:pt x="13827" y="13670"/>
                  <a:pt x="13651" y="13822"/>
                  <a:pt x="13435" y="13822"/>
                </a:cubicBezTo>
                <a:cubicBezTo>
                  <a:pt x="13219" y="13822"/>
                  <a:pt x="13044" y="13670"/>
                  <a:pt x="13044" y="13482"/>
                </a:cubicBezTo>
                <a:cubicBezTo>
                  <a:pt x="13044" y="13294"/>
                  <a:pt x="13219" y="13142"/>
                  <a:pt x="13435" y="13142"/>
                </a:cubicBezTo>
                <a:close/>
                <a:moveTo>
                  <a:pt x="12500" y="13142"/>
                </a:moveTo>
                <a:cubicBezTo>
                  <a:pt x="12716" y="13142"/>
                  <a:pt x="12891" y="13294"/>
                  <a:pt x="12891" y="13482"/>
                </a:cubicBezTo>
                <a:cubicBezTo>
                  <a:pt x="12891" y="13670"/>
                  <a:pt x="12716" y="13822"/>
                  <a:pt x="12500" y="13822"/>
                </a:cubicBezTo>
                <a:cubicBezTo>
                  <a:pt x="12283" y="13822"/>
                  <a:pt x="12108" y="13670"/>
                  <a:pt x="12108" y="13482"/>
                </a:cubicBezTo>
                <a:cubicBezTo>
                  <a:pt x="12108" y="13294"/>
                  <a:pt x="12283" y="13142"/>
                  <a:pt x="12500" y="13142"/>
                </a:cubicBezTo>
                <a:close/>
                <a:moveTo>
                  <a:pt x="11564" y="13142"/>
                </a:moveTo>
                <a:cubicBezTo>
                  <a:pt x="11780" y="13142"/>
                  <a:pt x="11956" y="13294"/>
                  <a:pt x="11956" y="13482"/>
                </a:cubicBezTo>
                <a:cubicBezTo>
                  <a:pt x="11956" y="13670"/>
                  <a:pt x="11780" y="13822"/>
                  <a:pt x="11564" y="13822"/>
                </a:cubicBezTo>
                <a:cubicBezTo>
                  <a:pt x="11348" y="13822"/>
                  <a:pt x="11173" y="13670"/>
                  <a:pt x="11173" y="13482"/>
                </a:cubicBezTo>
                <a:cubicBezTo>
                  <a:pt x="11173" y="13294"/>
                  <a:pt x="11348" y="13142"/>
                  <a:pt x="11564" y="13142"/>
                </a:cubicBezTo>
                <a:close/>
                <a:moveTo>
                  <a:pt x="10629" y="13142"/>
                </a:moveTo>
                <a:cubicBezTo>
                  <a:pt x="10845" y="13142"/>
                  <a:pt x="11020" y="13294"/>
                  <a:pt x="11020" y="13482"/>
                </a:cubicBezTo>
                <a:cubicBezTo>
                  <a:pt x="11020" y="13670"/>
                  <a:pt x="10845" y="13822"/>
                  <a:pt x="10629" y="13822"/>
                </a:cubicBezTo>
                <a:cubicBezTo>
                  <a:pt x="10412" y="13822"/>
                  <a:pt x="10237" y="13670"/>
                  <a:pt x="10237" y="13482"/>
                </a:cubicBezTo>
                <a:cubicBezTo>
                  <a:pt x="10237" y="13294"/>
                  <a:pt x="10412" y="13142"/>
                  <a:pt x="10629" y="13142"/>
                </a:cubicBezTo>
                <a:close/>
                <a:moveTo>
                  <a:pt x="9693" y="13142"/>
                </a:moveTo>
                <a:cubicBezTo>
                  <a:pt x="9909" y="13142"/>
                  <a:pt x="10085" y="13294"/>
                  <a:pt x="10085" y="13482"/>
                </a:cubicBezTo>
                <a:cubicBezTo>
                  <a:pt x="10085" y="13670"/>
                  <a:pt x="9909" y="13822"/>
                  <a:pt x="9693" y="13822"/>
                </a:cubicBezTo>
                <a:cubicBezTo>
                  <a:pt x="9477" y="13822"/>
                  <a:pt x="9302" y="13670"/>
                  <a:pt x="9302" y="13482"/>
                </a:cubicBezTo>
                <a:cubicBezTo>
                  <a:pt x="9302" y="13294"/>
                  <a:pt x="9477" y="13142"/>
                  <a:pt x="9693" y="13142"/>
                </a:cubicBezTo>
                <a:close/>
                <a:moveTo>
                  <a:pt x="8758" y="13142"/>
                </a:moveTo>
                <a:cubicBezTo>
                  <a:pt x="8974" y="13142"/>
                  <a:pt x="9149" y="13294"/>
                  <a:pt x="9149" y="13482"/>
                </a:cubicBezTo>
                <a:cubicBezTo>
                  <a:pt x="9149" y="13670"/>
                  <a:pt x="8974" y="13822"/>
                  <a:pt x="8758" y="13822"/>
                </a:cubicBezTo>
                <a:cubicBezTo>
                  <a:pt x="8541" y="13822"/>
                  <a:pt x="8366" y="13670"/>
                  <a:pt x="8366" y="13482"/>
                </a:cubicBezTo>
                <a:cubicBezTo>
                  <a:pt x="8366" y="13294"/>
                  <a:pt x="8541" y="13142"/>
                  <a:pt x="8758" y="13142"/>
                </a:cubicBezTo>
                <a:close/>
                <a:moveTo>
                  <a:pt x="7822" y="13142"/>
                </a:moveTo>
                <a:cubicBezTo>
                  <a:pt x="8038" y="13142"/>
                  <a:pt x="8214" y="13294"/>
                  <a:pt x="8214" y="13482"/>
                </a:cubicBezTo>
                <a:cubicBezTo>
                  <a:pt x="8214" y="13670"/>
                  <a:pt x="8038" y="13822"/>
                  <a:pt x="7822" y="13822"/>
                </a:cubicBezTo>
                <a:cubicBezTo>
                  <a:pt x="7606" y="13822"/>
                  <a:pt x="7431" y="13670"/>
                  <a:pt x="7431" y="13482"/>
                </a:cubicBezTo>
                <a:cubicBezTo>
                  <a:pt x="7431" y="13294"/>
                  <a:pt x="7606" y="13142"/>
                  <a:pt x="7822" y="13142"/>
                </a:cubicBezTo>
                <a:close/>
                <a:moveTo>
                  <a:pt x="6887" y="13142"/>
                </a:moveTo>
                <a:cubicBezTo>
                  <a:pt x="7103" y="13142"/>
                  <a:pt x="7278" y="13294"/>
                  <a:pt x="7278" y="13482"/>
                </a:cubicBezTo>
                <a:cubicBezTo>
                  <a:pt x="7278" y="13670"/>
                  <a:pt x="7103" y="13822"/>
                  <a:pt x="6887" y="13822"/>
                </a:cubicBezTo>
                <a:cubicBezTo>
                  <a:pt x="6670" y="13822"/>
                  <a:pt x="6495" y="13670"/>
                  <a:pt x="6495" y="13482"/>
                </a:cubicBezTo>
                <a:cubicBezTo>
                  <a:pt x="6495" y="13294"/>
                  <a:pt x="6670" y="13142"/>
                  <a:pt x="6887" y="13142"/>
                </a:cubicBezTo>
                <a:close/>
                <a:moveTo>
                  <a:pt x="5951" y="13142"/>
                </a:moveTo>
                <a:cubicBezTo>
                  <a:pt x="6167" y="13142"/>
                  <a:pt x="6343" y="13294"/>
                  <a:pt x="6343" y="13482"/>
                </a:cubicBezTo>
                <a:cubicBezTo>
                  <a:pt x="6343" y="13670"/>
                  <a:pt x="6167" y="13822"/>
                  <a:pt x="5951" y="13822"/>
                </a:cubicBezTo>
                <a:cubicBezTo>
                  <a:pt x="5735" y="13822"/>
                  <a:pt x="5560" y="13670"/>
                  <a:pt x="5560" y="13482"/>
                </a:cubicBezTo>
                <a:cubicBezTo>
                  <a:pt x="5560" y="13294"/>
                  <a:pt x="5735" y="13142"/>
                  <a:pt x="5951" y="13142"/>
                </a:cubicBezTo>
                <a:close/>
                <a:moveTo>
                  <a:pt x="5016" y="13142"/>
                </a:moveTo>
                <a:cubicBezTo>
                  <a:pt x="5232" y="13142"/>
                  <a:pt x="5407" y="13294"/>
                  <a:pt x="5407" y="13482"/>
                </a:cubicBezTo>
                <a:cubicBezTo>
                  <a:pt x="5407" y="13670"/>
                  <a:pt x="5232" y="13822"/>
                  <a:pt x="5016" y="13822"/>
                </a:cubicBezTo>
                <a:cubicBezTo>
                  <a:pt x="4799" y="13822"/>
                  <a:pt x="4624" y="13670"/>
                  <a:pt x="4624" y="13482"/>
                </a:cubicBezTo>
                <a:cubicBezTo>
                  <a:pt x="4624" y="13294"/>
                  <a:pt x="4799" y="13142"/>
                  <a:pt x="5016" y="13142"/>
                </a:cubicBezTo>
                <a:close/>
                <a:moveTo>
                  <a:pt x="4080" y="13142"/>
                </a:moveTo>
                <a:cubicBezTo>
                  <a:pt x="4296" y="13142"/>
                  <a:pt x="4472" y="13294"/>
                  <a:pt x="4472" y="13482"/>
                </a:cubicBezTo>
                <a:cubicBezTo>
                  <a:pt x="4472" y="13670"/>
                  <a:pt x="4296" y="13822"/>
                  <a:pt x="4080" y="13822"/>
                </a:cubicBezTo>
                <a:cubicBezTo>
                  <a:pt x="3864" y="13822"/>
                  <a:pt x="3689" y="13670"/>
                  <a:pt x="3689" y="13482"/>
                </a:cubicBezTo>
                <a:cubicBezTo>
                  <a:pt x="3689" y="13294"/>
                  <a:pt x="3864" y="13142"/>
                  <a:pt x="4080" y="13142"/>
                </a:cubicBezTo>
                <a:close/>
                <a:moveTo>
                  <a:pt x="3145" y="13142"/>
                </a:moveTo>
                <a:cubicBezTo>
                  <a:pt x="3361" y="13142"/>
                  <a:pt x="3536" y="13294"/>
                  <a:pt x="3536" y="13482"/>
                </a:cubicBezTo>
                <a:cubicBezTo>
                  <a:pt x="3536" y="13670"/>
                  <a:pt x="3361" y="13822"/>
                  <a:pt x="3145" y="13822"/>
                </a:cubicBezTo>
                <a:cubicBezTo>
                  <a:pt x="2928" y="13822"/>
                  <a:pt x="2753" y="13670"/>
                  <a:pt x="2753" y="13482"/>
                </a:cubicBezTo>
                <a:cubicBezTo>
                  <a:pt x="2753" y="13294"/>
                  <a:pt x="2928" y="13142"/>
                  <a:pt x="3145" y="13142"/>
                </a:cubicBezTo>
                <a:close/>
                <a:moveTo>
                  <a:pt x="2209" y="13142"/>
                </a:moveTo>
                <a:cubicBezTo>
                  <a:pt x="2425" y="13142"/>
                  <a:pt x="2601" y="13294"/>
                  <a:pt x="2601" y="13482"/>
                </a:cubicBezTo>
                <a:cubicBezTo>
                  <a:pt x="2601" y="13670"/>
                  <a:pt x="2425" y="13822"/>
                  <a:pt x="2209" y="13822"/>
                </a:cubicBezTo>
                <a:cubicBezTo>
                  <a:pt x="1994" y="13822"/>
                  <a:pt x="1818" y="13670"/>
                  <a:pt x="1818" y="13482"/>
                </a:cubicBezTo>
                <a:cubicBezTo>
                  <a:pt x="1818" y="13294"/>
                  <a:pt x="1994" y="13142"/>
                  <a:pt x="2209" y="13142"/>
                </a:cubicBezTo>
                <a:close/>
                <a:moveTo>
                  <a:pt x="1275" y="13142"/>
                </a:moveTo>
                <a:cubicBezTo>
                  <a:pt x="1491" y="13142"/>
                  <a:pt x="1666" y="13294"/>
                  <a:pt x="1666" y="13482"/>
                </a:cubicBezTo>
                <a:cubicBezTo>
                  <a:pt x="1666" y="13670"/>
                  <a:pt x="1491" y="13822"/>
                  <a:pt x="1275" y="13822"/>
                </a:cubicBezTo>
                <a:cubicBezTo>
                  <a:pt x="1058" y="13822"/>
                  <a:pt x="883" y="13670"/>
                  <a:pt x="883" y="13482"/>
                </a:cubicBezTo>
                <a:cubicBezTo>
                  <a:pt x="883" y="13294"/>
                  <a:pt x="1058" y="13142"/>
                  <a:pt x="1275" y="13142"/>
                </a:cubicBezTo>
                <a:close/>
                <a:moveTo>
                  <a:pt x="339" y="13142"/>
                </a:moveTo>
                <a:cubicBezTo>
                  <a:pt x="555" y="13142"/>
                  <a:pt x="731" y="13294"/>
                  <a:pt x="731" y="13482"/>
                </a:cubicBezTo>
                <a:cubicBezTo>
                  <a:pt x="731" y="13670"/>
                  <a:pt x="555" y="13822"/>
                  <a:pt x="339" y="13822"/>
                </a:cubicBezTo>
                <a:cubicBezTo>
                  <a:pt x="231" y="13822"/>
                  <a:pt x="133" y="13784"/>
                  <a:pt x="62" y="13722"/>
                </a:cubicBezTo>
                <a:lnTo>
                  <a:pt x="0" y="13592"/>
                </a:lnTo>
                <a:lnTo>
                  <a:pt x="0" y="13372"/>
                </a:lnTo>
                <a:lnTo>
                  <a:pt x="62" y="13241"/>
                </a:lnTo>
                <a:cubicBezTo>
                  <a:pt x="133" y="13180"/>
                  <a:pt x="231" y="13142"/>
                  <a:pt x="339" y="13142"/>
                </a:cubicBezTo>
                <a:close/>
                <a:moveTo>
                  <a:pt x="19048" y="12241"/>
                </a:moveTo>
                <a:cubicBezTo>
                  <a:pt x="19156" y="12241"/>
                  <a:pt x="19254" y="12279"/>
                  <a:pt x="19325" y="12341"/>
                </a:cubicBezTo>
                <a:lnTo>
                  <a:pt x="19410" y="12519"/>
                </a:lnTo>
                <a:lnTo>
                  <a:pt x="19261" y="12787"/>
                </a:lnTo>
                <a:lnTo>
                  <a:pt x="19184" y="12897"/>
                </a:lnTo>
                <a:lnTo>
                  <a:pt x="19048" y="12921"/>
                </a:lnTo>
                <a:cubicBezTo>
                  <a:pt x="18832" y="12921"/>
                  <a:pt x="18657" y="12769"/>
                  <a:pt x="18657" y="12581"/>
                </a:cubicBezTo>
                <a:cubicBezTo>
                  <a:pt x="18657" y="12393"/>
                  <a:pt x="18832" y="12241"/>
                  <a:pt x="19048" y="12241"/>
                </a:cubicBezTo>
                <a:close/>
                <a:moveTo>
                  <a:pt x="18113" y="12241"/>
                </a:moveTo>
                <a:cubicBezTo>
                  <a:pt x="18329" y="12241"/>
                  <a:pt x="18504" y="12393"/>
                  <a:pt x="18504" y="12581"/>
                </a:cubicBezTo>
                <a:cubicBezTo>
                  <a:pt x="18504" y="12769"/>
                  <a:pt x="18329" y="12921"/>
                  <a:pt x="18113" y="12921"/>
                </a:cubicBezTo>
                <a:cubicBezTo>
                  <a:pt x="17896" y="12921"/>
                  <a:pt x="17721" y="12769"/>
                  <a:pt x="17721" y="12581"/>
                </a:cubicBezTo>
                <a:cubicBezTo>
                  <a:pt x="17721" y="12393"/>
                  <a:pt x="17896" y="12241"/>
                  <a:pt x="18113" y="12241"/>
                </a:cubicBezTo>
                <a:close/>
                <a:moveTo>
                  <a:pt x="17177" y="12241"/>
                </a:moveTo>
                <a:cubicBezTo>
                  <a:pt x="17393" y="12241"/>
                  <a:pt x="17569" y="12393"/>
                  <a:pt x="17569" y="12581"/>
                </a:cubicBezTo>
                <a:cubicBezTo>
                  <a:pt x="17569" y="12769"/>
                  <a:pt x="17393" y="12921"/>
                  <a:pt x="17177" y="12921"/>
                </a:cubicBezTo>
                <a:cubicBezTo>
                  <a:pt x="16961" y="12921"/>
                  <a:pt x="16786" y="12769"/>
                  <a:pt x="16786" y="12581"/>
                </a:cubicBezTo>
                <a:cubicBezTo>
                  <a:pt x="16786" y="12393"/>
                  <a:pt x="16961" y="12241"/>
                  <a:pt x="17177" y="12241"/>
                </a:cubicBezTo>
                <a:close/>
                <a:moveTo>
                  <a:pt x="16242" y="12241"/>
                </a:moveTo>
                <a:cubicBezTo>
                  <a:pt x="16458" y="12241"/>
                  <a:pt x="16633" y="12393"/>
                  <a:pt x="16633" y="12581"/>
                </a:cubicBezTo>
                <a:cubicBezTo>
                  <a:pt x="16633" y="12769"/>
                  <a:pt x="16458" y="12921"/>
                  <a:pt x="16242" y="12921"/>
                </a:cubicBezTo>
                <a:cubicBezTo>
                  <a:pt x="16025" y="12921"/>
                  <a:pt x="15850" y="12769"/>
                  <a:pt x="15850" y="12581"/>
                </a:cubicBezTo>
                <a:cubicBezTo>
                  <a:pt x="15850" y="12393"/>
                  <a:pt x="16025" y="12241"/>
                  <a:pt x="16242" y="12241"/>
                </a:cubicBezTo>
                <a:close/>
                <a:moveTo>
                  <a:pt x="15306" y="12241"/>
                </a:moveTo>
                <a:cubicBezTo>
                  <a:pt x="15522" y="12241"/>
                  <a:pt x="15698" y="12393"/>
                  <a:pt x="15698" y="12581"/>
                </a:cubicBezTo>
                <a:cubicBezTo>
                  <a:pt x="15698" y="12769"/>
                  <a:pt x="15522" y="12921"/>
                  <a:pt x="15306" y="12921"/>
                </a:cubicBezTo>
                <a:cubicBezTo>
                  <a:pt x="15090" y="12921"/>
                  <a:pt x="14915" y="12769"/>
                  <a:pt x="14915" y="12581"/>
                </a:cubicBezTo>
                <a:cubicBezTo>
                  <a:pt x="14915" y="12393"/>
                  <a:pt x="15090" y="12241"/>
                  <a:pt x="15306" y="12241"/>
                </a:cubicBezTo>
                <a:close/>
                <a:moveTo>
                  <a:pt x="14371" y="12241"/>
                </a:moveTo>
                <a:cubicBezTo>
                  <a:pt x="14587" y="12241"/>
                  <a:pt x="14762" y="12393"/>
                  <a:pt x="14762" y="12581"/>
                </a:cubicBezTo>
                <a:cubicBezTo>
                  <a:pt x="14762" y="12769"/>
                  <a:pt x="14587" y="12921"/>
                  <a:pt x="14371" y="12921"/>
                </a:cubicBezTo>
                <a:cubicBezTo>
                  <a:pt x="14154" y="12921"/>
                  <a:pt x="13979" y="12769"/>
                  <a:pt x="13979" y="12581"/>
                </a:cubicBezTo>
                <a:cubicBezTo>
                  <a:pt x="13979" y="12393"/>
                  <a:pt x="14154" y="12241"/>
                  <a:pt x="14371" y="12241"/>
                </a:cubicBezTo>
                <a:close/>
                <a:moveTo>
                  <a:pt x="13435" y="12241"/>
                </a:moveTo>
                <a:cubicBezTo>
                  <a:pt x="13651" y="12241"/>
                  <a:pt x="13827" y="12393"/>
                  <a:pt x="13827" y="12581"/>
                </a:cubicBezTo>
                <a:cubicBezTo>
                  <a:pt x="13827" y="12769"/>
                  <a:pt x="13651" y="12921"/>
                  <a:pt x="13435" y="12921"/>
                </a:cubicBezTo>
                <a:cubicBezTo>
                  <a:pt x="13219" y="12921"/>
                  <a:pt x="13044" y="12769"/>
                  <a:pt x="13044" y="12581"/>
                </a:cubicBezTo>
                <a:cubicBezTo>
                  <a:pt x="13044" y="12393"/>
                  <a:pt x="13219" y="12241"/>
                  <a:pt x="13435" y="12241"/>
                </a:cubicBezTo>
                <a:close/>
                <a:moveTo>
                  <a:pt x="12500" y="12241"/>
                </a:moveTo>
                <a:cubicBezTo>
                  <a:pt x="12716" y="12241"/>
                  <a:pt x="12891" y="12393"/>
                  <a:pt x="12891" y="12581"/>
                </a:cubicBezTo>
                <a:cubicBezTo>
                  <a:pt x="12891" y="12769"/>
                  <a:pt x="12716" y="12921"/>
                  <a:pt x="12500" y="12921"/>
                </a:cubicBezTo>
                <a:cubicBezTo>
                  <a:pt x="12283" y="12921"/>
                  <a:pt x="12108" y="12769"/>
                  <a:pt x="12108" y="12581"/>
                </a:cubicBezTo>
                <a:cubicBezTo>
                  <a:pt x="12108" y="12393"/>
                  <a:pt x="12283" y="12241"/>
                  <a:pt x="12500" y="12241"/>
                </a:cubicBezTo>
                <a:close/>
                <a:moveTo>
                  <a:pt x="11564" y="12241"/>
                </a:moveTo>
                <a:cubicBezTo>
                  <a:pt x="11780" y="12241"/>
                  <a:pt x="11956" y="12393"/>
                  <a:pt x="11956" y="12581"/>
                </a:cubicBezTo>
                <a:cubicBezTo>
                  <a:pt x="11956" y="12769"/>
                  <a:pt x="11780" y="12921"/>
                  <a:pt x="11564" y="12921"/>
                </a:cubicBezTo>
                <a:cubicBezTo>
                  <a:pt x="11348" y="12921"/>
                  <a:pt x="11173" y="12769"/>
                  <a:pt x="11173" y="12581"/>
                </a:cubicBezTo>
                <a:cubicBezTo>
                  <a:pt x="11173" y="12393"/>
                  <a:pt x="11348" y="12241"/>
                  <a:pt x="11564" y="12241"/>
                </a:cubicBezTo>
                <a:close/>
                <a:moveTo>
                  <a:pt x="10629" y="12241"/>
                </a:moveTo>
                <a:cubicBezTo>
                  <a:pt x="10845" y="12241"/>
                  <a:pt x="11020" y="12393"/>
                  <a:pt x="11020" y="12581"/>
                </a:cubicBezTo>
                <a:cubicBezTo>
                  <a:pt x="11020" y="12769"/>
                  <a:pt x="10845" y="12921"/>
                  <a:pt x="10629" y="12921"/>
                </a:cubicBezTo>
                <a:cubicBezTo>
                  <a:pt x="10412" y="12921"/>
                  <a:pt x="10237" y="12769"/>
                  <a:pt x="10237" y="12581"/>
                </a:cubicBezTo>
                <a:cubicBezTo>
                  <a:pt x="10237" y="12393"/>
                  <a:pt x="10412" y="12241"/>
                  <a:pt x="10629" y="12241"/>
                </a:cubicBezTo>
                <a:close/>
                <a:moveTo>
                  <a:pt x="9693" y="12241"/>
                </a:moveTo>
                <a:cubicBezTo>
                  <a:pt x="9909" y="12241"/>
                  <a:pt x="10085" y="12393"/>
                  <a:pt x="10085" y="12581"/>
                </a:cubicBezTo>
                <a:cubicBezTo>
                  <a:pt x="10085" y="12769"/>
                  <a:pt x="9909" y="12921"/>
                  <a:pt x="9693" y="12921"/>
                </a:cubicBezTo>
                <a:cubicBezTo>
                  <a:pt x="9477" y="12921"/>
                  <a:pt x="9302" y="12769"/>
                  <a:pt x="9302" y="12581"/>
                </a:cubicBezTo>
                <a:cubicBezTo>
                  <a:pt x="9302" y="12393"/>
                  <a:pt x="9477" y="12241"/>
                  <a:pt x="9693" y="12241"/>
                </a:cubicBezTo>
                <a:close/>
                <a:moveTo>
                  <a:pt x="8758" y="12241"/>
                </a:moveTo>
                <a:cubicBezTo>
                  <a:pt x="8974" y="12241"/>
                  <a:pt x="9149" y="12393"/>
                  <a:pt x="9149" y="12581"/>
                </a:cubicBezTo>
                <a:cubicBezTo>
                  <a:pt x="9149" y="12769"/>
                  <a:pt x="8974" y="12921"/>
                  <a:pt x="8758" y="12921"/>
                </a:cubicBezTo>
                <a:cubicBezTo>
                  <a:pt x="8541" y="12921"/>
                  <a:pt x="8366" y="12769"/>
                  <a:pt x="8366" y="12581"/>
                </a:cubicBezTo>
                <a:cubicBezTo>
                  <a:pt x="8366" y="12393"/>
                  <a:pt x="8541" y="12241"/>
                  <a:pt x="8758" y="12241"/>
                </a:cubicBezTo>
                <a:close/>
                <a:moveTo>
                  <a:pt x="7822" y="12241"/>
                </a:moveTo>
                <a:cubicBezTo>
                  <a:pt x="8038" y="12241"/>
                  <a:pt x="8214" y="12393"/>
                  <a:pt x="8214" y="12581"/>
                </a:cubicBezTo>
                <a:cubicBezTo>
                  <a:pt x="8214" y="12769"/>
                  <a:pt x="8038" y="12921"/>
                  <a:pt x="7822" y="12921"/>
                </a:cubicBezTo>
                <a:cubicBezTo>
                  <a:pt x="7606" y="12921"/>
                  <a:pt x="7431" y="12769"/>
                  <a:pt x="7431" y="12581"/>
                </a:cubicBezTo>
                <a:cubicBezTo>
                  <a:pt x="7431" y="12393"/>
                  <a:pt x="7606" y="12241"/>
                  <a:pt x="7822" y="12241"/>
                </a:cubicBezTo>
                <a:close/>
                <a:moveTo>
                  <a:pt x="6887" y="12241"/>
                </a:moveTo>
                <a:cubicBezTo>
                  <a:pt x="7103" y="12241"/>
                  <a:pt x="7278" y="12393"/>
                  <a:pt x="7278" y="12581"/>
                </a:cubicBezTo>
                <a:cubicBezTo>
                  <a:pt x="7278" y="12769"/>
                  <a:pt x="7103" y="12921"/>
                  <a:pt x="6887" y="12921"/>
                </a:cubicBezTo>
                <a:cubicBezTo>
                  <a:pt x="6670" y="12921"/>
                  <a:pt x="6495" y="12769"/>
                  <a:pt x="6495" y="12581"/>
                </a:cubicBezTo>
                <a:cubicBezTo>
                  <a:pt x="6495" y="12393"/>
                  <a:pt x="6670" y="12241"/>
                  <a:pt x="6887" y="12241"/>
                </a:cubicBezTo>
                <a:close/>
                <a:moveTo>
                  <a:pt x="5951" y="12241"/>
                </a:moveTo>
                <a:cubicBezTo>
                  <a:pt x="6167" y="12241"/>
                  <a:pt x="6343" y="12393"/>
                  <a:pt x="6343" y="12581"/>
                </a:cubicBezTo>
                <a:cubicBezTo>
                  <a:pt x="6343" y="12769"/>
                  <a:pt x="6167" y="12921"/>
                  <a:pt x="5951" y="12921"/>
                </a:cubicBezTo>
                <a:cubicBezTo>
                  <a:pt x="5735" y="12921"/>
                  <a:pt x="5560" y="12769"/>
                  <a:pt x="5560" y="12581"/>
                </a:cubicBezTo>
                <a:cubicBezTo>
                  <a:pt x="5560" y="12393"/>
                  <a:pt x="5735" y="12241"/>
                  <a:pt x="5951" y="12241"/>
                </a:cubicBezTo>
                <a:close/>
                <a:moveTo>
                  <a:pt x="5016" y="12241"/>
                </a:moveTo>
                <a:cubicBezTo>
                  <a:pt x="5232" y="12241"/>
                  <a:pt x="5407" y="12393"/>
                  <a:pt x="5407" y="12581"/>
                </a:cubicBezTo>
                <a:cubicBezTo>
                  <a:pt x="5407" y="12769"/>
                  <a:pt x="5232" y="12921"/>
                  <a:pt x="5016" y="12921"/>
                </a:cubicBezTo>
                <a:cubicBezTo>
                  <a:pt x="4799" y="12921"/>
                  <a:pt x="4624" y="12769"/>
                  <a:pt x="4624" y="12581"/>
                </a:cubicBezTo>
                <a:cubicBezTo>
                  <a:pt x="4624" y="12393"/>
                  <a:pt x="4799" y="12241"/>
                  <a:pt x="5016" y="12241"/>
                </a:cubicBezTo>
                <a:close/>
                <a:moveTo>
                  <a:pt x="4080" y="12241"/>
                </a:moveTo>
                <a:cubicBezTo>
                  <a:pt x="4296" y="12241"/>
                  <a:pt x="4472" y="12393"/>
                  <a:pt x="4472" y="12581"/>
                </a:cubicBezTo>
                <a:cubicBezTo>
                  <a:pt x="4472" y="12769"/>
                  <a:pt x="4296" y="12921"/>
                  <a:pt x="4080" y="12921"/>
                </a:cubicBezTo>
                <a:cubicBezTo>
                  <a:pt x="3864" y="12921"/>
                  <a:pt x="3689" y="12769"/>
                  <a:pt x="3689" y="12581"/>
                </a:cubicBezTo>
                <a:cubicBezTo>
                  <a:pt x="3689" y="12393"/>
                  <a:pt x="3864" y="12241"/>
                  <a:pt x="4080" y="12241"/>
                </a:cubicBezTo>
                <a:close/>
                <a:moveTo>
                  <a:pt x="3145" y="12241"/>
                </a:moveTo>
                <a:cubicBezTo>
                  <a:pt x="3361" y="12241"/>
                  <a:pt x="3536" y="12393"/>
                  <a:pt x="3536" y="12581"/>
                </a:cubicBezTo>
                <a:cubicBezTo>
                  <a:pt x="3536" y="12769"/>
                  <a:pt x="3361" y="12921"/>
                  <a:pt x="3145" y="12921"/>
                </a:cubicBezTo>
                <a:cubicBezTo>
                  <a:pt x="2928" y="12921"/>
                  <a:pt x="2753" y="12769"/>
                  <a:pt x="2753" y="12581"/>
                </a:cubicBezTo>
                <a:cubicBezTo>
                  <a:pt x="2753" y="12393"/>
                  <a:pt x="2928" y="12241"/>
                  <a:pt x="3145" y="12241"/>
                </a:cubicBezTo>
                <a:close/>
                <a:moveTo>
                  <a:pt x="2209" y="12241"/>
                </a:moveTo>
                <a:cubicBezTo>
                  <a:pt x="2425" y="12241"/>
                  <a:pt x="2601" y="12393"/>
                  <a:pt x="2601" y="12581"/>
                </a:cubicBezTo>
                <a:cubicBezTo>
                  <a:pt x="2601" y="12769"/>
                  <a:pt x="2425" y="12921"/>
                  <a:pt x="2209" y="12921"/>
                </a:cubicBezTo>
                <a:cubicBezTo>
                  <a:pt x="1994" y="12921"/>
                  <a:pt x="1819" y="12769"/>
                  <a:pt x="1819" y="12581"/>
                </a:cubicBezTo>
                <a:cubicBezTo>
                  <a:pt x="1819" y="12393"/>
                  <a:pt x="1994" y="12241"/>
                  <a:pt x="2209" y="12241"/>
                </a:cubicBezTo>
                <a:close/>
                <a:moveTo>
                  <a:pt x="1275" y="12241"/>
                </a:moveTo>
                <a:cubicBezTo>
                  <a:pt x="1491" y="12241"/>
                  <a:pt x="1666" y="12393"/>
                  <a:pt x="1666" y="12581"/>
                </a:cubicBezTo>
                <a:cubicBezTo>
                  <a:pt x="1666" y="12769"/>
                  <a:pt x="1491" y="12921"/>
                  <a:pt x="1275" y="12921"/>
                </a:cubicBezTo>
                <a:cubicBezTo>
                  <a:pt x="1058" y="12921"/>
                  <a:pt x="883" y="12769"/>
                  <a:pt x="883" y="12581"/>
                </a:cubicBezTo>
                <a:cubicBezTo>
                  <a:pt x="883" y="12393"/>
                  <a:pt x="1058" y="12241"/>
                  <a:pt x="1275" y="12241"/>
                </a:cubicBezTo>
                <a:close/>
                <a:moveTo>
                  <a:pt x="339" y="12241"/>
                </a:moveTo>
                <a:cubicBezTo>
                  <a:pt x="555" y="12241"/>
                  <a:pt x="731" y="12393"/>
                  <a:pt x="731" y="12581"/>
                </a:cubicBezTo>
                <a:cubicBezTo>
                  <a:pt x="731" y="12769"/>
                  <a:pt x="555" y="12921"/>
                  <a:pt x="339" y="12921"/>
                </a:cubicBezTo>
                <a:cubicBezTo>
                  <a:pt x="231" y="12921"/>
                  <a:pt x="133" y="12883"/>
                  <a:pt x="62" y="12821"/>
                </a:cubicBezTo>
                <a:lnTo>
                  <a:pt x="0" y="12691"/>
                </a:lnTo>
                <a:lnTo>
                  <a:pt x="0" y="12471"/>
                </a:lnTo>
                <a:lnTo>
                  <a:pt x="62" y="12341"/>
                </a:lnTo>
                <a:cubicBezTo>
                  <a:pt x="133" y="12279"/>
                  <a:pt x="231" y="12241"/>
                  <a:pt x="339" y="12241"/>
                </a:cubicBezTo>
                <a:close/>
                <a:moveTo>
                  <a:pt x="19984" y="11340"/>
                </a:moveTo>
                <a:lnTo>
                  <a:pt x="20057" y="11353"/>
                </a:lnTo>
                <a:lnTo>
                  <a:pt x="19733" y="11936"/>
                </a:lnTo>
                <a:lnTo>
                  <a:pt x="19707" y="11921"/>
                </a:lnTo>
                <a:cubicBezTo>
                  <a:pt x="19636" y="11859"/>
                  <a:pt x="19592" y="11774"/>
                  <a:pt x="19592" y="11680"/>
                </a:cubicBezTo>
                <a:cubicBezTo>
                  <a:pt x="19592" y="11493"/>
                  <a:pt x="19767" y="11340"/>
                  <a:pt x="19984" y="11340"/>
                </a:cubicBezTo>
                <a:close/>
                <a:moveTo>
                  <a:pt x="19048" y="11340"/>
                </a:moveTo>
                <a:cubicBezTo>
                  <a:pt x="19264" y="11340"/>
                  <a:pt x="19440" y="11493"/>
                  <a:pt x="19440" y="11680"/>
                </a:cubicBezTo>
                <a:cubicBezTo>
                  <a:pt x="19440" y="11868"/>
                  <a:pt x="19264" y="12020"/>
                  <a:pt x="19048" y="12020"/>
                </a:cubicBezTo>
                <a:cubicBezTo>
                  <a:pt x="18832" y="12020"/>
                  <a:pt x="18657" y="11868"/>
                  <a:pt x="18657" y="11680"/>
                </a:cubicBezTo>
                <a:cubicBezTo>
                  <a:pt x="18657" y="11493"/>
                  <a:pt x="18832" y="11340"/>
                  <a:pt x="19048" y="11340"/>
                </a:cubicBezTo>
                <a:close/>
                <a:moveTo>
                  <a:pt x="18113" y="11340"/>
                </a:moveTo>
                <a:cubicBezTo>
                  <a:pt x="18329" y="11340"/>
                  <a:pt x="18504" y="11493"/>
                  <a:pt x="18504" y="11680"/>
                </a:cubicBezTo>
                <a:cubicBezTo>
                  <a:pt x="18504" y="11868"/>
                  <a:pt x="18329" y="12020"/>
                  <a:pt x="18113" y="12020"/>
                </a:cubicBezTo>
                <a:cubicBezTo>
                  <a:pt x="17896" y="12020"/>
                  <a:pt x="17721" y="11868"/>
                  <a:pt x="17721" y="11680"/>
                </a:cubicBezTo>
                <a:cubicBezTo>
                  <a:pt x="17721" y="11493"/>
                  <a:pt x="17896" y="11340"/>
                  <a:pt x="18113" y="11340"/>
                </a:cubicBezTo>
                <a:close/>
                <a:moveTo>
                  <a:pt x="17177" y="11340"/>
                </a:moveTo>
                <a:cubicBezTo>
                  <a:pt x="17393" y="11340"/>
                  <a:pt x="17569" y="11493"/>
                  <a:pt x="17569" y="11680"/>
                </a:cubicBezTo>
                <a:cubicBezTo>
                  <a:pt x="17569" y="11868"/>
                  <a:pt x="17393" y="12020"/>
                  <a:pt x="17177" y="12020"/>
                </a:cubicBezTo>
                <a:cubicBezTo>
                  <a:pt x="16961" y="12020"/>
                  <a:pt x="16786" y="11868"/>
                  <a:pt x="16786" y="11680"/>
                </a:cubicBezTo>
                <a:cubicBezTo>
                  <a:pt x="16786" y="11493"/>
                  <a:pt x="16961" y="11340"/>
                  <a:pt x="17177" y="11340"/>
                </a:cubicBezTo>
                <a:close/>
                <a:moveTo>
                  <a:pt x="16242" y="11340"/>
                </a:moveTo>
                <a:cubicBezTo>
                  <a:pt x="16458" y="11340"/>
                  <a:pt x="16633" y="11493"/>
                  <a:pt x="16633" y="11680"/>
                </a:cubicBezTo>
                <a:cubicBezTo>
                  <a:pt x="16633" y="11868"/>
                  <a:pt x="16458" y="12020"/>
                  <a:pt x="16242" y="12020"/>
                </a:cubicBezTo>
                <a:cubicBezTo>
                  <a:pt x="16025" y="12020"/>
                  <a:pt x="15850" y="11868"/>
                  <a:pt x="15850" y="11680"/>
                </a:cubicBezTo>
                <a:cubicBezTo>
                  <a:pt x="15850" y="11493"/>
                  <a:pt x="16025" y="11340"/>
                  <a:pt x="16242" y="11340"/>
                </a:cubicBezTo>
                <a:close/>
                <a:moveTo>
                  <a:pt x="15306" y="11340"/>
                </a:moveTo>
                <a:cubicBezTo>
                  <a:pt x="15522" y="11340"/>
                  <a:pt x="15698" y="11493"/>
                  <a:pt x="15698" y="11680"/>
                </a:cubicBezTo>
                <a:cubicBezTo>
                  <a:pt x="15698" y="11868"/>
                  <a:pt x="15522" y="12020"/>
                  <a:pt x="15306" y="12020"/>
                </a:cubicBezTo>
                <a:cubicBezTo>
                  <a:pt x="15090" y="12020"/>
                  <a:pt x="14915" y="11868"/>
                  <a:pt x="14915" y="11680"/>
                </a:cubicBezTo>
                <a:cubicBezTo>
                  <a:pt x="14915" y="11493"/>
                  <a:pt x="15090" y="11340"/>
                  <a:pt x="15306" y="11340"/>
                </a:cubicBezTo>
                <a:close/>
                <a:moveTo>
                  <a:pt x="14371" y="11340"/>
                </a:moveTo>
                <a:cubicBezTo>
                  <a:pt x="14587" y="11340"/>
                  <a:pt x="14762" y="11493"/>
                  <a:pt x="14762" y="11680"/>
                </a:cubicBezTo>
                <a:cubicBezTo>
                  <a:pt x="14762" y="11868"/>
                  <a:pt x="14587" y="12020"/>
                  <a:pt x="14371" y="12020"/>
                </a:cubicBezTo>
                <a:cubicBezTo>
                  <a:pt x="14154" y="12020"/>
                  <a:pt x="13979" y="11868"/>
                  <a:pt x="13979" y="11680"/>
                </a:cubicBezTo>
                <a:cubicBezTo>
                  <a:pt x="13979" y="11493"/>
                  <a:pt x="14154" y="11340"/>
                  <a:pt x="14371" y="11340"/>
                </a:cubicBezTo>
                <a:close/>
                <a:moveTo>
                  <a:pt x="13435" y="11340"/>
                </a:moveTo>
                <a:cubicBezTo>
                  <a:pt x="13651" y="11340"/>
                  <a:pt x="13827" y="11493"/>
                  <a:pt x="13827" y="11680"/>
                </a:cubicBezTo>
                <a:cubicBezTo>
                  <a:pt x="13827" y="11868"/>
                  <a:pt x="13651" y="12020"/>
                  <a:pt x="13435" y="12020"/>
                </a:cubicBezTo>
                <a:cubicBezTo>
                  <a:pt x="13219" y="12020"/>
                  <a:pt x="13044" y="11868"/>
                  <a:pt x="13044" y="11680"/>
                </a:cubicBezTo>
                <a:cubicBezTo>
                  <a:pt x="13044" y="11493"/>
                  <a:pt x="13219" y="11340"/>
                  <a:pt x="13435" y="11340"/>
                </a:cubicBezTo>
                <a:close/>
                <a:moveTo>
                  <a:pt x="12500" y="11340"/>
                </a:moveTo>
                <a:cubicBezTo>
                  <a:pt x="12716" y="11340"/>
                  <a:pt x="12891" y="11493"/>
                  <a:pt x="12891" y="11680"/>
                </a:cubicBezTo>
                <a:cubicBezTo>
                  <a:pt x="12891" y="11868"/>
                  <a:pt x="12716" y="12020"/>
                  <a:pt x="12500" y="12020"/>
                </a:cubicBezTo>
                <a:cubicBezTo>
                  <a:pt x="12283" y="12020"/>
                  <a:pt x="12108" y="11868"/>
                  <a:pt x="12108" y="11680"/>
                </a:cubicBezTo>
                <a:cubicBezTo>
                  <a:pt x="12108" y="11493"/>
                  <a:pt x="12283" y="11340"/>
                  <a:pt x="12500" y="11340"/>
                </a:cubicBezTo>
                <a:close/>
                <a:moveTo>
                  <a:pt x="11564" y="11340"/>
                </a:moveTo>
                <a:cubicBezTo>
                  <a:pt x="11780" y="11340"/>
                  <a:pt x="11956" y="11493"/>
                  <a:pt x="11956" y="11680"/>
                </a:cubicBezTo>
                <a:cubicBezTo>
                  <a:pt x="11956" y="11868"/>
                  <a:pt x="11780" y="12020"/>
                  <a:pt x="11564" y="12020"/>
                </a:cubicBezTo>
                <a:cubicBezTo>
                  <a:pt x="11348" y="12020"/>
                  <a:pt x="11173" y="11868"/>
                  <a:pt x="11173" y="11680"/>
                </a:cubicBezTo>
                <a:cubicBezTo>
                  <a:pt x="11173" y="11493"/>
                  <a:pt x="11348" y="11340"/>
                  <a:pt x="11564" y="11340"/>
                </a:cubicBezTo>
                <a:close/>
                <a:moveTo>
                  <a:pt x="10629" y="11340"/>
                </a:moveTo>
                <a:cubicBezTo>
                  <a:pt x="10845" y="11340"/>
                  <a:pt x="11020" y="11493"/>
                  <a:pt x="11020" y="11680"/>
                </a:cubicBezTo>
                <a:cubicBezTo>
                  <a:pt x="11020" y="11868"/>
                  <a:pt x="10845" y="12020"/>
                  <a:pt x="10629" y="12020"/>
                </a:cubicBezTo>
                <a:cubicBezTo>
                  <a:pt x="10412" y="12020"/>
                  <a:pt x="10237" y="11868"/>
                  <a:pt x="10237" y="11680"/>
                </a:cubicBezTo>
                <a:cubicBezTo>
                  <a:pt x="10237" y="11493"/>
                  <a:pt x="10412" y="11340"/>
                  <a:pt x="10629" y="11340"/>
                </a:cubicBezTo>
                <a:close/>
                <a:moveTo>
                  <a:pt x="9693" y="11340"/>
                </a:moveTo>
                <a:cubicBezTo>
                  <a:pt x="9909" y="11340"/>
                  <a:pt x="10085" y="11493"/>
                  <a:pt x="10085" y="11680"/>
                </a:cubicBezTo>
                <a:cubicBezTo>
                  <a:pt x="10085" y="11868"/>
                  <a:pt x="9909" y="12020"/>
                  <a:pt x="9693" y="12020"/>
                </a:cubicBezTo>
                <a:cubicBezTo>
                  <a:pt x="9477" y="12020"/>
                  <a:pt x="9302" y="11868"/>
                  <a:pt x="9302" y="11680"/>
                </a:cubicBezTo>
                <a:cubicBezTo>
                  <a:pt x="9302" y="11493"/>
                  <a:pt x="9477" y="11340"/>
                  <a:pt x="9693" y="11340"/>
                </a:cubicBezTo>
                <a:close/>
                <a:moveTo>
                  <a:pt x="8758" y="11340"/>
                </a:moveTo>
                <a:cubicBezTo>
                  <a:pt x="8974" y="11340"/>
                  <a:pt x="9149" y="11493"/>
                  <a:pt x="9149" y="11680"/>
                </a:cubicBezTo>
                <a:cubicBezTo>
                  <a:pt x="9149" y="11868"/>
                  <a:pt x="8974" y="12020"/>
                  <a:pt x="8758" y="12020"/>
                </a:cubicBezTo>
                <a:cubicBezTo>
                  <a:pt x="8541" y="12020"/>
                  <a:pt x="8366" y="11868"/>
                  <a:pt x="8366" y="11680"/>
                </a:cubicBezTo>
                <a:cubicBezTo>
                  <a:pt x="8366" y="11493"/>
                  <a:pt x="8541" y="11340"/>
                  <a:pt x="8758" y="11340"/>
                </a:cubicBezTo>
                <a:close/>
                <a:moveTo>
                  <a:pt x="7822" y="11340"/>
                </a:moveTo>
                <a:cubicBezTo>
                  <a:pt x="8038" y="11340"/>
                  <a:pt x="8214" y="11493"/>
                  <a:pt x="8214" y="11680"/>
                </a:cubicBezTo>
                <a:cubicBezTo>
                  <a:pt x="8214" y="11868"/>
                  <a:pt x="8038" y="12020"/>
                  <a:pt x="7822" y="12020"/>
                </a:cubicBezTo>
                <a:cubicBezTo>
                  <a:pt x="7606" y="12020"/>
                  <a:pt x="7431" y="11868"/>
                  <a:pt x="7431" y="11680"/>
                </a:cubicBezTo>
                <a:cubicBezTo>
                  <a:pt x="7431" y="11493"/>
                  <a:pt x="7606" y="11340"/>
                  <a:pt x="7822" y="11340"/>
                </a:cubicBezTo>
                <a:close/>
                <a:moveTo>
                  <a:pt x="6887" y="11340"/>
                </a:moveTo>
                <a:cubicBezTo>
                  <a:pt x="7103" y="11340"/>
                  <a:pt x="7278" y="11493"/>
                  <a:pt x="7278" y="11680"/>
                </a:cubicBezTo>
                <a:cubicBezTo>
                  <a:pt x="7278" y="11868"/>
                  <a:pt x="7103" y="12020"/>
                  <a:pt x="6887" y="12020"/>
                </a:cubicBezTo>
                <a:cubicBezTo>
                  <a:pt x="6670" y="12020"/>
                  <a:pt x="6495" y="11868"/>
                  <a:pt x="6495" y="11680"/>
                </a:cubicBezTo>
                <a:cubicBezTo>
                  <a:pt x="6495" y="11493"/>
                  <a:pt x="6670" y="11340"/>
                  <a:pt x="6887" y="11340"/>
                </a:cubicBezTo>
                <a:close/>
                <a:moveTo>
                  <a:pt x="5951" y="11340"/>
                </a:moveTo>
                <a:cubicBezTo>
                  <a:pt x="6167" y="11340"/>
                  <a:pt x="6343" y="11493"/>
                  <a:pt x="6343" y="11680"/>
                </a:cubicBezTo>
                <a:cubicBezTo>
                  <a:pt x="6343" y="11868"/>
                  <a:pt x="6167" y="12020"/>
                  <a:pt x="5951" y="12020"/>
                </a:cubicBezTo>
                <a:cubicBezTo>
                  <a:pt x="5735" y="12020"/>
                  <a:pt x="5560" y="11868"/>
                  <a:pt x="5560" y="11680"/>
                </a:cubicBezTo>
                <a:cubicBezTo>
                  <a:pt x="5560" y="11493"/>
                  <a:pt x="5735" y="11340"/>
                  <a:pt x="5951" y="11340"/>
                </a:cubicBezTo>
                <a:close/>
                <a:moveTo>
                  <a:pt x="5016" y="11340"/>
                </a:moveTo>
                <a:cubicBezTo>
                  <a:pt x="5232" y="11340"/>
                  <a:pt x="5407" y="11493"/>
                  <a:pt x="5407" y="11680"/>
                </a:cubicBezTo>
                <a:cubicBezTo>
                  <a:pt x="5407" y="11868"/>
                  <a:pt x="5232" y="12020"/>
                  <a:pt x="5016" y="12020"/>
                </a:cubicBezTo>
                <a:cubicBezTo>
                  <a:pt x="4799" y="12020"/>
                  <a:pt x="4624" y="11868"/>
                  <a:pt x="4624" y="11680"/>
                </a:cubicBezTo>
                <a:cubicBezTo>
                  <a:pt x="4624" y="11493"/>
                  <a:pt x="4799" y="11340"/>
                  <a:pt x="5016" y="11340"/>
                </a:cubicBezTo>
                <a:close/>
                <a:moveTo>
                  <a:pt x="4080" y="11340"/>
                </a:moveTo>
                <a:cubicBezTo>
                  <a:pt x="4296" y="11340"/>
                  <a:pt x="4472" y="11493"/>
                  <a:pt x="4472" y="11680"/>
                </a:cubicBezTo>
                <a:cubicBezTo>
                  <a:pt x="4472" y="11868"/>
                  <a:pt x="4296" y="12020"/>
                  <a:pt x="4080" y="12020"/>
                </a:cubicBezTo>
                <a:cubicBezTo>
                  <a:pt x="3864" y="12020"/>
                  <a:pt x="3689" y="11868"/>
                  <a:pt x="3689" y="11680"/>
                </a:cubicBezTo>
                <a:cubicBezTo>
                  <a:pt x="3689" y="11493"/>
                  <a:pt x="3864" y="11340"/>
                  <a:pt x="4080" y="11340"/>
                </a:cubicBezTo>
                <a:close/>
                <a:moveTo>
                  <a:pt x="3145" y="11340"/>
                </a:moveTo>
                <a:cubicBezTo>
                  <a:pt x="3361" y="11340"/>
                  <a:pt x="3536" y="11493"/>
                  <a:pt x="3536" y="11680"/>
                </a:cubicBezTo>
                <a:cubicBezTo>
                  <a:pt x="3536" y="11868"/>
                  <a:pt x="3361" y="12020"/>
                  <a:pt x="3145" y="12020"/>
                </a:cubicBezTo>
                <a:cubicBezTo>
                  <a:pt x="2928" y="12020"/>
                  <a:pt x="2753" y="11868"/>
                  <a:pt x="2753" y="11680"/>
                </a:cubicBezTo>
                <a:cubicBezTo>
                  <a:pt x="2753" y="11493"/>
                  <a:pt x="2928" y="11340"/>
                  <a:pt x="3145" y="11340"/>
                </a:cubicBezTo>
                <a:close/>
                <a:moveTo>
                  <a:pt x="2209" y="11340"/>
                </a:moveTo>
                <a:cubicBezTo>
                  <a:pt x="2425" y="11340"/>
                  <a:pt x="2601" y="11493"/>
                  <a:pt x="2601" y="11680"/>
                </a:cubicBezTo>
                <a:cubicBezTo>
                  <a:pt x="2601" y="11868"/>
                  <a:pt x="2425" y="12020"/>
                  <a:pt x="2209" y="12020"/>
                </a:cubicBezTo>
                <a:cubicBezTo>
                  <a:pt x="1994" y="12020"/>
                  <a:pt x="1819" y="11868"/>
                  <a:pt x="1819" y="11680"/>
                </a:cubicBezTo>
                <a:cubicBezTo>
                  <a:pt x="1819" y="11493"/>
                  <a:pt x="1994" y="11340"/>
                  <a:pt x="2209" y="11340"/>
                </a:cubicBezTo>
                <a:close/>
                <a:moveTo>
                  <a:pt x="1275" y="11340"/>
                </a:moveTo>
                <a:cubicBezTo>
                  <a:pt x="1491" y="11340"/>
                  <a:pt x="1666" y="11493"/>
                  <a:pt x="1666" y="11680"/>
                </a:cubicBezTo>
                <a:cubicBezTo>
                  <a:pt x="1666" y="11868"/>
                  <a:pt x="1491" y="12020"/>
                  <a:pt x="1275" y="12020"/>
                </a:cubicBezTo>
                <a:cubicBezTo>
                  <a:pt x="1058" y="12020"/>
                  <a:pt x="883" y="11868"/>
                  <a:pt x="883" y="11680"/>
                </a:cubicBezTo>
                <a:cubicBezTo>
                  <a:pt x="883" y="11493"/>
                  <a:pt x="1058" y="11340"/>
                  <a:pt x="1275" y="11340"/>
                </a:cubicBezTo>
                <a:close/>
                <a:moveTo>
                  <a:pt x="339" y="11340"/>
                </a:moveTo>
                <a:cubicBezTo>
                  <a:pt x="555" y="11340"/>
                  <a:pt x="731" y="11493"/>
                  <a:pt x="731" y="11680"/>
                </a:cubicBezTo>
                <a:cubicBezTo>
                  <a:pt x="731" y="11868"/>
                  <a:pt x="555" y="12020"/>
                  <a:pt x="339" y="12020"/>
                </a:cubicBezTo>
                <a:cubicBezTo>
                  <a:pt x="231" y="12020"/>
                  <a:pt x="133" y="11982"/>
                  <a:pt x="62" y="11921"/>
                </a:cubicBezTo>
                <a:lnTo>
                  <a:pt x="0" y="11790"/>
                </a:lnTo>
                <a:lnTo>
                  <a:pt x="0" y="11571"/>
                </a:lnTo>
                <a:lnTo>
                  <a:pt x="62" y="11440"/>
                </a:lnTo>
                <a:cubicBezTo>
                  <a:pt x="133" y="11378"/>
                  <a:pt x="231" y="11340"/>
                  <a:pt x="339" y="11340"/>
                </a:cubicBezTo>
                <a:close/>
                <a:moveTo>
                  <a:pt x="19984" y="10440"/>
                </a:moveTo>
                <a:cubicBezTo>
                  <a:pt x="20092" y="10440"/>
                  <a:pt x="20190" y="10478"/>
                  <a:pt x="20260" y="10539"/>
                </a:cubicBezTo>
                <a:lnTo>
                  <a:pt x="20337" y="10700"/>
                </a:lnTo>
                <a:lnTo>
                  <a:pt x="20183" y="11065"/>
                </a:lnTo>
                <a:lnTo>
                  <a:pt x="20136" y="11093"/>
                </a:lnTo>
                <a:cubicBezTo>
                  <a:pt x="20089" y="11110"/>
                  <a:pt x="20038" y="11120"/>
                  <a:pt x="19984" y="11120"/>
                </a:cubicBezTo>
                <a:cubicBezTo>
                  <a:pt x="19767" y="11120"/>
                  <a:pt x="19592" y="10967"/>
                  <a:pt x="19592" y="10780"/>
                </a:cubicBezTo>
                <a:cubicBezTo>
                  <a:pt x="19592" y="10592"/>
                  <a:pt x="19767" y="10440"/>
                  <a:pt x="19984" y="10440"/>
                </a:cubicBezTo>
                <a:close/>
                <a:moveTo>
                  <a:pt x="19048" y="10440"/>
                </a:moveTo>
                <a:cubicBezTo>
                  <a:pt x="19264" y="10440"/>
                  <a:pt x="19440" y="10592"/>
                  <a:pt x="19440" y="10780"/>
                </a:cubicBezTo>
                <a:cubicBezTo>
                  <a:pt x="19440" y="10967"/>
                  <a:pt x="19264" y="11120"/>
                  <a:pt x="19048" y="11120"/>
                </a:cubicBezTo>
                <a:cubicBezTo>
                  <a:pt x="18832" y="11120"/>
                  <a:pt x="18657" y="10967"/>
                  <a:pt x="18657" y="10780"/>
                </a:cubicBezTo>
                <a:cubicBezTo>
                  <a:pt x="18657" y="10592"/>
                  <a:pt x="18832" y="10440"/>
                  <a:pt x="19048" y="10440"/>
                </a:cubicBezTo>
                <a:close/>
                <a:moveTo>
                  <a:pt x="18113" y="10440"/>
                </a:moveTo>
                <a:cubicBezTo>
                  <a:pt x="18329" y="10440"/>
                  <a:pt x="18504" y="10592"/>
                  <a:pt x="18504" y="10780"/>
                </a:cubicBezTo>
                <a:cubicBezTo>
                  <a:pt x="18504" y="10967"/>
                  <a:pt x="18329" y="11120"/>
                  <a:pt x="18113" y="11120"/>
                </a:cubicBezTo>
                <a:cubicBezTo>
                  <a:pt x="17896" y="11120"/>
                  <a:pt x="17721" y="10967"/>
                  <a:pt x="17721" y="10780"/>
                </a:cubicBezTo>
                <a:cubicBezTo>
                  <a:pt x="17721" y="10592"/>
                  <a:pt x="17896" y="10440"/>
                  <a:pt x="18113" y="10440"/>
                </a:cubicBezTo>
                <a:close/>
                <a:moveTo>
                  <a:pt x="17177" y="10440"/>
                </a:moveTo>
                <a:cubicBezTo>
                  <a:pt x="17393" y="10440"/>
                  <a:pt x="17569" y="10592"/>
                  <a:pt x="17569" y="10780"/>
                </a:cubicBezTo>
                <a:cubicBezTo>
                  <a:pt x="17569" y="10967"/>
                  <a:pt x="17393" y="11120"/>
                  <a:pt x="17177" y="11120"/>
                </a:cubicBezTo>
                <a:cubicBezTo>
                  <a:pt x="16961" y="11120"/>
                  <a:pt x="16786" y="10967"/>
                  <a:pt x="16786" y="10780"/>
                </a:cubicBezTo>
                <a:cubicBezTo>
                  <a:pt x="16786" y="10592"/>
                  <a:pt x="16961" y="10440"/>
                  <a:pt x="17177" y="10440"/>
                </a:cubicBezTo>
                <a:close/>
                <a:moveTo>
                  <a:pt x="16242" y="10440"/>
                </a:moveTo>
                <a:cubicBezTo>
                  <a:pt x="16458" y="10440"/>
                  <a:pt x="16633" y="10592"/>
                  <a:pt x="16633" y="10780"/>
                </a:cubicBezTo>
                <a:cubicBezTo>
                  <a:pt x="16633" y="10967"/>
                  <a:pt x="16458" y="11120"/>
                  <a:pt x="16242" y="11120"/>
                </a:cubicBezTo>
                <a:cubicBezTo>
                  <a:pt x="16025" y="11120"/>
                  <a:pt x="15850" y="10967"/>
                  <a:pt x="15850" y="10780"/>
                </a:cubicBezTo>
                <a:cubicBezTo>
                  <a:pt x="15850" y="10592"/>
                  <a:pt x="16025" y="10440"/>
                  <a:pt x="16242" y="10440"/>
                </a:cubicBezTo>
                <a:close/>
                <a:moveTo>
                  <a:pt x="15306" y="10440"/>
                </a:moveTo>
                <a:cubicBezTo>
                  <a:pt x="15522" y="10440"/>
                  <a:pt x="15698" y="10592"/>
                  <a:pt x="15698" y="10780"/>
                </a:cubicBezTo>
                <a:cubicBezTo>
                  <a:pt x="15698" y="10967"/>
                  <a:pt x="15522" y="11120"/>
                  <a:pt x="15306" y="11120"/>
                </a:cubicBezTo>
                <a:cubicBezTo>
                  <a:pt x="15090" y="11120"/>
                  <a:pt x="14915" y="10967"/>
                  <a:pt x="14915" y="10780"/>
                </a:cubicBezTo>
                <a:cubicBezTo>
                  <a:pt x="14915" y="10592"/>
                  <a:pt x="15090" y="10440"/>
                  <a:pt x="15306" y="10440"/>
                </a:cubicBezTo>
                <a:close/>
                <a:moveTo>
                  <a:pt x="14371" y="10440"/>
                </a:moveTo>
                <a:cubicBezTo>
                  <a:pt x="14587" y="10440"/>
                  <a:pt x="14762" y="10592"/>
                  <a:pt x="14762" y="10780"/>
                </a:cubicBezTo>
                <a:cubicBezTo>
                  <a:pt x="14762" y="10967"/>
                  <a:pt x="14587" y="11120"/>
                  <a:pt x="14371" y="11120"/>
                </a:cubicBezTo>
                <a:cubicBezTo>
                  <a:pt x="14154" y="11120"/>
                  <a:pt x="13979" y="10967"/>
                  <a:pt x="13979" y="10780"/>
                </a:cubicBezTo>
                <a:cubicBezTo>
                  <a:pt x="13979" y="10592"/>
                  <a:pt x="14154" y="10440"/>
                  <a:pt x="14371" y="10440"/>
                </a:cubicBezTo>
                <a:close/>
                <a:moveTo>
                  <a:pt x="13435" y="10440"/>
                </a:moveTo>
                <a:cubicBezTo>
                  <a:pt x="13651" y="10440"/>
                  <a:pt x="13827" y="10592"/>
                  <a:pt x="13827" y="10780"/>
                </a:cubicBezTo>
                <a:cubicBezTo>
                  <a:pt x="13827" y="10967"/>
                  <a:pt x="13651" y="11120"/>
                  <a:pt x="13435" y="11120"/>
                </a:cubicBezTo>
                <a:cubicBezTo>
                  <a:pt x="13219" y="11120"/>
                  <a:pt x="13044" y="10967"/>
                  <a:pt x="13044" y="10780"/>
                </a:cubicBezTo>
                <a:cubicBezTo>
                  <a:pt x="13044" y="10592"/>
                  <a:pt x="13219" y="10440"/>
                  <a:pt x="13435" y="10440"/>
                </a:cubicBezTo>
                <a:close/>
                <a:moveTo>
                  <a:pt x="12500" y="10440"/>
                </a:moveTo>
                <a:cubicBezTo>
                  <a:pt x="12716" y="10440"/>
                  <a:pt x="12891" y="10592"/>
                  <a:pt x="12891" y="10780"/>
                </a:cubicBezTo>
                <a:cubicBezTo>
                  <a:pt x="12891" y="10967"/>
                  <a:pt x="12716" y="11120"/>
                  <a:pt x="12500" y="11120"/>
                </a:cubicBezTo>
                <a:cubicBezTo>
                  <a:pt x="12283" y="11120"/>
                  <a:pt x="12108" y="10967"/>
                  <a:pt x="12108" y="10780"/>
                </a:cubicBezTo>
                <a:cubicBezTo>
                  <a:pt x="12108" y="10592"/>
                  <a:pt x="12283" y="10440"/>
                  <a:pt x="12500" y="10440"/>
                </a:cubicBezTo>
                <a:close/>
                <a:moveTo>
                  <a:pt x="11564" y="10440"/>
                </a:moveTo>
                <a:cubicBezTo>
                  <a:pt x="11780" y="10440"/>
                  <a:pt x="11956" y="10592"/>
                  <a:pt x="11956" y="10780"/>
                </a:cubicBezTo>
                <a:cubicBezTo>
                  <a:pt x="11956" y="10967"/>
                  <a:pt x="11780" y="11120"/>
                  <a:pt x="11564" y="11120"/>
                </a:cubicBezTo>
                <a:cubicBezTo>
                  <a:pt x="11348" y="11120"/>
                  <a:pt x="11173" y="10967"/>
                  <a:pt x="11173" y="10780"/>
                </a:cubicBezTo>
                <a:cubicBezTo>
                  <a:pt x="11173" y="10592"/>
                  <a:pt x="11348" y="10440"/>
                  <a:pt x="11564" y="10440"/>
                </a:cubicBezTo>
                <a:close/>
                <a:moveTo>
                  <a:pt x="10629" y="10440"/>
                </a:moveTo>
                <a:cubicBezTo>
                  <a:pt x="10845" y="10440"/>
                  <a:pt x="11020" y="10592"/>
                  <a:pt x="11020" y="10780"/>
                </a:cubicBezTo>
                <a:cubicBezTo>
                  <a:pt x="11020" y="10967"/>
                  <a:pt x="10845" y="11120"/>
                  <a:pt x="10629" y="11120"/>
                </a:cubicBezTo>
                <a:cubicBezTo>
                  <a:pt x="10412" y="11120"/>
                  <a:pt x="10237" y="10967"/>
                  <a:pt x="10237" y="10780"/>
                </a:cubicBezTo>
                <a:cubicBezTo>
                  <a:pt x="10237" y="10592"/>
                  <a:pt x="10412" y="10440"/>
                  <a:pt x="10629" y="10440"/>
                </a:cubicBezTo>
                <a:close/>
                <a:moveTo>
                  <a:pt x="9693" y="10440"/>
                </a:moveTo>
                <a:cubicBezTo>
                  <a:pt x="9909" y="10440"/>
                  <a:pt x="10085" y="10592"/>
                  <a:pt x="10085" y="10780"/>
                </a:cubicBezTo>
                <a:cubicBezTo>
                  <a:pt x="10085" y="10967"/>
                  <a:pt x="9909" y="11120"/>
                  <a:pt x="9693" y="11120"/>
                </a:cubicBezTo>
                <a:cubicBezTo>
                  <a:pt x="9477" y="11120"/>
                  <a:pt x="9302" y="10967"/>
                  <a:pt x="9302" y="10780"/>
                </a:cubicBezTo>
                <a:cubicBezTo>
                  <a:pt x="9302" y="10592"/>
                  <a:pt x="9477" y="10440"/>
                  <a:pt x="9693" y="10440"/>
                </a:cubicBezTo>
                <a:close/>
                <a:moveTo>
                  <a:pt x="8758" y="10440"/>
                </a:moveTo>
                <a:cubicBezTo>
                  <a:pt x="8974" y="10440"/>
                  <a:pt x="9149" y="10592"/>
                  <a:pt x="9149" y="10780"/>
                </a:cubicBezTo>
                <a:cubicBezTo>
                  <a:pt x="9149" y="10967"/>
                  <a:pt x="8974" y="11120"/>
                  <a:pt x="8758" y="11120"/>
                </a:cubicBezTo>
                <a:cubicBezTo>
                  <a:pt x="8541" y="11120"/>
                  <a:pt x="8366" y="10967"/>
                  <a:pt x="8366" y="10780"/>
                </a:cubicBezTo>
                <a:cubicBezTo>
                  <a:pt x="8366" y="10592"/>
                  <a:pt x="8541" y="10440"/>
                  <a:pt x="8758" y="10440"/>
                </a:cubicBezTo>
                <a:close/>
                <a:moveTo>
                  <a:pt x="7822" y="10440"/>
                </a:moveTo>
                <a:cubicBezTo>
                  <a:pt x="8038" y="10440"/>
                  <a:pt x="8214" y="10592"/>
                  <a:pt x="8214" y="10780"/>
                </a:cubicBezTo>
                <a:cubicBezTo>
                  <a:pt x="8214" y="10967"/>
                  <a:pt x="8038" y="11120"/>
                  <a:pt x="7822" y="11120"/>
                </a:cubicBezTo>
                <a:cubicBezTo>
                  <a:pt x="7606" y="11120"/>
                  <a:pt x="7431" y="10967"/>
                  <a:pt x="7431" y="10780"/>
                </a:cubicBezTo>
                <a:cubicBezTo>
                  <a:pt x="7431" y="10592"/>
                  <a:pt x="7606" y="10440"/>
                  <a:pt x="7822" y="10440"/>
                </a:cubicBezTo>
                <a:close/>
                <a:moveTo>
                  <a:pt x="6887" y="10440"/>
                </a:moveTo>
                <a:cubicBezTo>
                  <a:pt x="7103" y="10440"/>
                  <a:pt x="7278" y="10592"/>
                  <a:pt x="7278" y="10780"/>
                </a:cubicBezTo>
                <a:cubicBezTo>
                  <a:pt x="7278" y="10967"/>
                  <a:pt x="7103" y="11120"/>
                  <a:pt x="6887" y="11120"/>
                </a:cubicBezTo>
                <a:cubicBezTo>
                  <a:pt x="6670" y="11120"/>
                  <a:pt x="6495" y="10967"/>
                  <a:pt x="6495" y="10780"/>
                </a:cubicBezTo>
                <a:cubicBezTo>
                  <a:pt x="6495" y="10592"/>
                  <a:pt x="6670" y="10440"/>
                  <a:pt x="6887" y="10440"/>
                </a:cubicBezTo>
                <a:close/>
                <a:moveTo>
                  <a:pt x="5951" y="10440"/>
                </a:moveTo>
                <a:cubicBezTo>
                  <a:pt x="6167" y="10440"/>
                  <a:pt x="6343" y="10592"/>
                  <a:pt x="6343" y="10780"/>
                </a:cubicBezTo>
                <a:cubicBezTo>
                  <a:pt x="6343" y="10967"/>
                  <a:pt x="6167" y="11120"/>
                  <a:pt x="5951" y="11120"/>
                </a:cubicBezTo>
                <a:cubicBezTo>
                  <a:pt x="5735" y="11120"/>
                  <a:pt x="5560" y="10967"/>
                  <a:pt x="5560" y="10780"/>
                </a:cubicBezTo>
                <a:cubicBezTo>
                  <a:pt x="5560" y="10592"/>
                  <a:pt x="5735" y="10440"/>
                  <a:pt x="5951" y="10440"/>
                </a:cubicBezTo>
                <a:close/>
                <a:moveTo>
                  <a:pt x="5016" y="10440"/>
                </a:moveTo>
                <a:cubicBezTo>
                  <a:pt x="5232" y="10440"/>
                  <a:pt x="5407" y="10592"/>
                  <a:pt x="5407" y="10780"/>
                </a:cubicBezTo>
                <a:cubicBezTo>
                  <a:pt x="5407" y="10967"/>
                  <a:pt x="5232" y="11120"/>
                  <a:pt x="5016" y="11120"/>
                </a:cubicBezTo>
                <a:cubicBezTo>
                  <a:pt x="4799" y="11120"/>
                  <a:pt x="4624" y="10967"/>
                  <a:pt x="4624" y="10780"/>
                </a:cubicBezTo>
                <a:cubicBezTo>
                  <a:pt x="4624" y="10592"/>
                  <a:pt x="4799" y="10440"/>
                  <a:pt x="5016" y="10440"/>
                </a:cubicBezTo>
                <a:close/>
                <a:moveTo>
                  <a:pt x="4080" y="10440"/>
                </a:moveTo>
                <a:cubicBezTo>
                  <a:pt x="4296" y="10440"/>
                  <a:pt x="4472" y="10592"/>
                  <a:pt x="4472" y="10780"/>
                </a:cubicBezTo>
                <a:cubicBezTo>
                  <a:pt x="4472" y="10967"/>
                  <a:pt x="4296" y="11120"/>
                  <a:pt x="4080" y="11120"/>
                </a:cubicBezTo>
                <a:cubicBezTo>
                  <a:pt x="3864" y="11120"/>
                  <a:pt x="3689" y="10967"/>
                  <a:pt x="3689" y="10780"/>
                </a:cubicBezTo>
                <a:cubicBezTo>
                  <a:pt x="3689" y="10592"/>
                  <a:pt x="3864" y="10440"/>
                  <a:pt x="4080" y="10440"/>
                </a:cubicBezTo>
                <a:close/>
                <a:moveTo>
                  <a:pt x="3145" y="10440"/>
                </a:moveTo>
                <a:cubicBezTo>
                  <a:pt x="3361" y="10440"/>
                  <a:pt x="3536" y="10592"/>
                  <a:pt x="3536" y="10780"/>
                </a:cubicBezTo>
                <a:cubicBezTo>
                  <a:pt x="3536" y="10967"/>
                  <a:pt x="3361" y="11120"/>
                  <a:pt x="3145" y="11120"/>
                </a:cubicBezTo>
                <a:cubicBezTo>
                  <a:pt x="2928" y="11120"/>
                  <a:pt x="2753" y="10967"/>
                  <a:pt x="2753" y="10780"/>
                </a:cubicBezTo>
                <a:cubicBezTo>
                  <a:pt x="2753" y="10592"/>
                  <a:pt x="2928" y="10440"/>
                  <a:pt x="3145" y="10440"/>
                </a:cubicBezTo>
                <a:close/>
                <a:moveTo>
                  <a:pt x="2209" y="10440"/>
                </a:moveTo>
                <a:cubicBezTo>
                  <a:pt x="2425" y="10440"/>
                  <a:pt x="2601" y="10592"/>
                  <a:pt x="2601" y="10780"/>
                </a:cubicBezTo>
                <a:cubicBezTo>
                  <a:pt x="2601" y="10967"/>
                  <a:pt x="2425" y="11120"/>
                  <a:pt x="2209" y="11120"/>
                </a:cubicBezTo>
                <a:cubicBezTo>
                  <a:pt x="1994" y="11120"/>
                  <a:pt x="1819" y="10967"/>
                  <a:pt x="1819" y="10780"/>
                </a:cubicBezTo>
                <a:cubicBezTo>
                  <a:pt x="1819" y="10592"/>
                  <a:pt x="1994" y="10440"/>
                  <a:pt x="2209" y="10440"/>
                </a:cubicBezTo>
                <a:close/>
                <a:moveTo>
                  <a:pt x="1275" y="10440"/>
                </a:moveTo>
                <a:cubicBezTo>
                  <a:pt x="1491" y="10440"/>
                  <a:pt x="1666" y="10592"/>
                  <a:pt x="1666" y="10780"/>
                </a:cubicBezTo>
                <a:cubicBezTo>
                  <a:pt x="1666" y="10967"/>
                  <a:pt x="1491" y="11120"/>
                  <a:pt x="1275" y="11120"/>
                </a:cubicBezTo>
                <a:cubicBezTo>
                  <a:pt x="1059" y="11120"/>
                  <a:pt x="883" y="10967"/>
                  <a:pt x="883" y="10780"/>
                </a:cubicBezTo>
                <a:cubicBezTo>
                  <a:pt x="883" y="10592"/>
                  <a:pt x="1059" y="10440"/>
                  <a:pt x="1275" y="10440"/>
                </a:cubicBezTo>
                <a:close/>
                <a:moveTo>
                  <a:pt x="339" y="10440"/>
                </a:moveTo>
                <a:cubicBezTo>
                  <a:pt x="555" y="10440"/>
                  <a:pt x="731" y="10592"/>
                  <a:pt x="731" y="10780"/>
                </a:cubicBezTo>
                <a:cubicBezTo>
                  <a:pt x="731" y="10967"/>
                  <a:pt x="555" y="11120"/>
                  <a:pt x="339" y="11120"/>
                </a:cubicBezTo>
                <a:cubicBezTo>
                  <a:pt x="231" y="11120"/>
                  <a:pt x="133" y="11082"/>
                  <a:pt x="62" y="11020"/>
                </a:cubicBezTo>
                <a:lnTo>
                  <a:pt x="0" y="10889"/>
                </a:lnTo>
                <a:lnTo>
                  <a:pt x="0" y="10670"/>
                </a:lnTo>
                <a:lnTo>
                  <a:pt x="62" y="10539"/>
                </a:lnTo>
                <a:cubicBezTo>
                  <a:pt x="133" y="10478"/>
                  <a:pt x="231" y="10440"/>
                  <a:pt x="339" y="10440"/>
                </a:cubicBezTo>
                <a:close/>
                <a:moveTo>
                  <a:pt x="20791" y="9561"/>
                </a:moveTo>
                <a:lnTo>
                  <a:pt x="20730" y="9768"/>
                </a:lnTo>
                <a:lnTo>
                  <a:pt x="20610" y="10052"/>
                </a:lnTo>
                <a:lnTo>
                  <a:pt x="20528" y="9879"/>
                </a:lnTo>
                <a:cubicBezTo>
                  <a:pt x="20528" y="9738"/>
                  <a:pt x="20626" y="9617"/>
                  <a:pt x="20767" y="9566"/>
                </a:cubicBezTo>
                <a:close/>
                <a:moveTo>
                  <a:pt x="19984" y="9539"/>
                </a:moveTo>
                <a:cubicBezTo>
                  <a:pt x="20200" y="9539"/>
                  <a:pt x="20375" y="9691"/>
                  <a:pt x="20375" y="9879"/>
                </a:cubicBezTo>
                <a:cubicBezTo>
                  <a:pt x="20375" y="10067"/>
                  <a:pt x="20200" y="10219"/>
                  <a:pt x="19984" y="10219"/>
                </a:cubicBezTo>
                <a:cubicBezTo>
                  <a:pt x="19767" y="10219"/>
                  <a:pt x="19592" y="10067"/>
                  <a:pt x="19592" y="9879"/>
                </a:cubicBezTo>
                <a:cubicBezTo>
                  <a:pt x="19592" y="9691"/>
                  <a:pt x="19767" y="9539"/>
                  <a:pt x="19984" y="9539"/>
                </a:cubicBezTo>
                <a:close/>
                <a:moveTo>
                  <a:pt x="19048" y="9539"/>
                </a:moveTo>
                <a:cubicBezTo>
                  <a:pt x="19264" y="9539"/>
                  <a:pt x="19440" y="9691"/>
                  <a:pt x="19440" y="9879"/>
                </a:cubicBezTo>
                <a:cubicBezTo>
                  <a:pt x="19440" y="10067"/>
                  <a:pt x="19264" y="10219"/>
                  <a:pt x="19048" y="10219"/>
                </a:cubicBezTo>
                <a:cubicBezTo>
                  <a:pt x="18832" y="10219"/>
                  <a:pt x="18657" y="10067"/>
                  <a:pt x="18657" y="9879"/>
                </a:cubicBezTo>
                <a:cubicBezTo>
                  <a:pt x="18657" y="9691"/>
                  <a:pt x="18832" y="9539"/>
                  <a:pt x="19048" y="9539"/>
                </a:cubicBezTo>
                <a:close/>
                <a:moveTo>
                  <a:pt x="18113" y="9539"/>
                </a:moveTo>
                <a:cubicBezTo>
                  <a:pt x="18329" y="9539"/>
                  <a:pt x="18504" y="9691"/>
                  <a:pt x="18504" y="9879"/>
                </a:cubicBezTo>
                <a:cubicBezTo>
                  <a:pt x="18504" y="10067"/>
                  <a:pt x="18329" y="10219"/>
                  <a:pt x="18113" y="10219"/>
                </a:cubicBezTo>
                <a:cubicBezTo>
                  <a:pt x="17896" y="10219"/>
                  <a:pt x="17721" y="10067"/>
                  <a:pt x="17721" y="9879"/>
                </a:cubicBezTo>
                <a:cubicBezTo>
                  <a:pt x="17721" y="9691"/>
                  <a:pt x="17896" y="9539"/>
                  <a:pt x="18113" y="9539"/>
                </a:cubicBezTo>
                <a:close/>
                <a:moveTo>
                  <a:pt x="17177" y="9539"/>
                </a:moveTo>
                <a:cubicBezTo>
                  <a:pt x="17393" y="9539"/>
                  <a:pt x="17569" y="9691"/>
                  <a:pt x="17569" y="9879"/>
                </a:cubicBezTo>
                <a:cubicBezTo>
                  <a:pt x="17569" y="10067"/>
                  <a:pt x="17393" y="10219"/>
                  <a:pt x="17177" y="10219"/>
                </a:cubicBezTo>
                <a:cubicBezTo>
                  <a:pt x="16961" y="10219"/>
                  <a:pt x="16786" y="10067"/>
                  <a:pt x="16786" y="9879"/>
                </a:cubicBezTo>
                <a:cubicBezTo>
                  <a:pt x="16786" y="9691"/>
                  <a:pt x="16961" y="9539"/>
                  <a:pt x="17177" y="9539"/>
                </a:cubicBezTo>
                <a:close/>
                <a:moveTo>
                  <a:pt x="16242" y="9539"/>
                </a:moveTo>
                <a:cubicBezTo>
                  <a:pt x="16458" y="9539"/>
                  <a:pt x="16633" y="9691"/>
                  <a:pt x="16633" y="9879"/>
                </a:cubicBezTo>
                <a:cubicBezTo>
                  <a:pt x="16633" y="10067"/>
                  <a:pt x="16458" y="10219"/>
                  <a:pt x="16242" y="10219"/>
                </a:cubicBezTo>
                <a:cubicBezTo>
                  <a:pt x="16025" y="10219"/>
                  <a:pt x="15850" y="10067"/>
                  <a:pt x="15850" y="9879"/>
                </a:cubicBezTo>
                <a:cubicBezTo>
                  <a:pt x="15850" y="9691"/>
                  <a:pt x="16025" y="9539"/>
                  <a:pt x="16242" y="9539"/>
                </a:cubicBezTo>
                <a:close/>
                <a:moveTo>
                  <a:pt x="15306" y="9539"/>
                </a:moveTo>
                <a:cubicBezTo>
                  <a:pt x="15522" y="9539"/>
                  <a:pt x="15698" y="9691"/>
                  <a:pt x="15698" y="9879"/>
                </a:cubicBezTo>
                <a:cubicBezTo>
                  <a:pt x="15698" y="10067"/>
                  <a:pt x="15522" y="10219"/>
                  <a:pt x="15306" y="10219"/>
                </a:cubicBezTo>
                <a:cubicBezTo>
                  <a:pt x="15090" y="10219"/>
                  <a:pt x="14915" y="10067"/>
                  <a:pt x="14915" y="9879"/>
                </a:cubicBezTo>
                <a:cubicBezTo>
                  <a:pt x="14915" y="9691"/>
                  <a:pt x="15090" y="9539"/>
                  <a:pt x="15306" y="9539"/>
                </a:cubicBezTo>
                <a:close/>
                <a:moveTo>
                  <a:pt x="14371" y="9539"/>
                </a:moveTo>
                <a:cubicBezTo>
                  <a:pt x="14587" y="9539"/>
                  <a:pt x="14762" y="9691"/>
                  <a:pt x="14762" y="9879"/>
                </a:cubicBezTo>
                <a:cubicBezTo>
                  <a:pt x="14762" y="10067"/>
                  <a:pt x="14587" y="10219"/>
                  <a:pt x="14371" y="10219"/>
                </a:cubicBezTo>
                <a:cubicBezTo>
                  <a:pt x="14154" y="10219"/>
                  <a:pt x="13979" y="10067"/>
                  <a:pt x="13979" y="9879"/>
                </a:cubicBezTo>
                <a:cubicBezTo>
                  <a:pt x="13979" y="9691"/>
                  <a:pt x="14154" y="9539"/>
                  <a:pt x="14371" y="9539"/>
                </a:cubicBezTo>
                <a:close/>
                <a:moveTo>
                  <a:pt x="13435" y="9539"/>
                </a:moveTo>
                <a:cubicBezTo>
                  <a:pt x="13651" y="9539"/>
                  <a:pt x="13827" y="9691"/>
                  <a:pt x="13827" y="9879"/>
                </a:cubicBezTo>
                <a:cubicBezTo>
                  <a:pt x="13827" y="10067"/>
                  <a:pt x="13651" y="10219"/>
                  <a:pt x="13435" y="10219"/>
                </a:cubicBezTo>
                <a:cubicBezTo>
                  <a:pt x="13219" y="10219"/>
                  <a:pt x="13044" y="10067"/>
                  <a:pt x="13044" y="9879"/>
                </a:cubicBezTo>
                <a:cubicBezTo>
                  <a:pt x="13044" y="9691"/>
                  <a:pt x="13219" y="9539"/>
                  <a:pt x="13435" y="9539"/>
                </a:cubicBezTo>
                <a:close/>
                <a:moveTo>
                  <a:pt x="12500" y="9539"/>
                </a:moveTo>
                <a:cubicBezTo>
                  <a:pt x="12716" y="9539"/>
                  <a:pt x="12891" y="9691"/>
                  <a:pt x="12891" y="9879"/>
                </a:cubicBezTo>
                <a:cubicBezTo>
                  <a:pt x="12891" y="10067"/>
                  <a:pt x="12716" y="10219"/>
                  <a:pt x="12500" y="10219"/>
                </a:cubicBezTo>
                <a:cubicBezTo>
                  <a:pt x="12283" y="10219"/>
                  <a:pt x="12108" y="10067"/>
                  <a:pt x="12108" y="9879"/>
                </a:cubicBezTo>
                <a:cubicBezTo>
                  <a:pt x="12108" y="9691"/>
                  <a:pt x="12283" y="9539"/>
                  <a:pt x="12500" y="9539"/>
                </a:cubicBezTo>
                <a:close/>
                <a:moveTo>
                  <a:pt x="11564" y="9539"/>
                </a:moveTo>
                <a:cubicBezTo>
                  <a:pt x="11780" y="9539"/>
                  <a:pt x="11956" y="9691"/>
                  <a:pt x="11956" y="9879"/>
                </a:cubicBezTo>
                <a:cubicBezTo>
                  <a:pt x="11956" y="10067"/>
                  <a:pt x="11780" y="10219"/>
                  <a:pt x="11564" y="10219"/>
                </a:cubicBezTo>
                <a:cubicBezTo>
                  <a:pt x="11348" y="10219"/>
                  <a:pt x="11173" y="10067"/>
                  <a:pt x="11173" y="9879"/>
                </a:cubicBezTo>
                <a:cubicBezTo>
                  <a:pt x="11173" y="9691"/>
                  <a:pt x="11348" y="9539"/>
                  <a:pt x="11564" y="9539"/>
                </a:cubicBezTo>
                <a:close/>
                <a:moveTo>
                  <a:pt x="10629" y="9539"/>
                </a:moveTo>
                <a:cubicBezTo>
                  <a:pt x="10845" y="9539"/>
                  <a:pt x="11020" y="9691"/>
                  <a:pt x="11020" y="9879"/>
                </a:cubicBezTo>
                <a:cubicBezTo>
                  <a:pt x="11020" y="10067"/>
                  <a:pt x="10845" y="10219"/>
                  <a:pt x="10629" y="10219"/>
                </a:cubicBezTo>
                <a:cubicBezTo>
                  <a:pt x="10412" y="10219"/>
                  <a:pt x="10237" y="10067"/>
                  <a:pt x="10237" y="9879"/>
                </a:cubicBezTo>
                <a:cubicBezTo>
                  <a:pt x="10237" y="9691"/>
                  <a:pt x="10412" y="9539"/>
                  <a:pt x="10629" y="9539"/>
                </a:cubicBezTo>
                <a:close/>
                <a:moveTo>
                  <a:pt x="9693" y="9539"/>
                </a:moveTo>
                <a:cubicBezTo>
                  <a:pt x="9909" y="9539"/>
                  <a:pt x="10085" y="9691"/>
                  <a:pt x="10085" y="9879"/>
                </a:cubicBezTo>
                <a:cubicBezTo>
                  <a:pt x="10085" y="10067"/>
                  <a:pt x="9909" y="10219"/>
                  <a:pt x="9693" y="10219"/>
                </a:cubicBezTo>
                <a:cubicBezTo>
                  <a:pt x="9477" y="10219"/>
                  <a:pt x="9302" y="10067"/>
                  <a:pt x="9302" y="9879"/>
                </a:cubicBezTo>
                <a:cubicBezTo>
                  <a:pt x="9302" y="9691"/>
                  <a:pt x="9477" y="9539"/>
                  <a:pt x="9693" y="9539"/>
                </a:cubicBezTo>
                <a:close/>
                <a:moveTo>
                  <a:pt x="8758" y="9539"/>
                </a:moveTo>
                <a:cubicBezTo>
                  <a:pt x="8974" y="9539"/>
                  <a:pt x="9149" y="9691"/>
                  <a:pt x="9149" y="9879"/>
                </a:cubicBezTo>
                <a:cubicBezTo>
                  <a:pt x="9149" y="10067"/>
                  <a:pt x="8974" y="10219"/>
                  <a:pt x="8758" y="10219"/>
                </a:cubicBezTo>
                <a:cubicBezTo>
                  <a:pt x="8541" y="10219"/>
                  <a:pt x="8366" y="10067"/>
                  <a:pt x="8366" y="9879"/>
                </a:cubicBezTo>
                <a:cubicBezTo>
                  <a:pt x="8366" y="9691"/>
                  <a:pt x="8541" y="9539"/>
                  <a:pt x="8758" y="9539"/>
                </a:cubicBezTo>
                <a:close/>
                <a:moveTo>
                  <a:pt x="7822" y="9539"/>
                </a:moveTo>
                <a:cubicBezTo>
                  <a:pt x="8038" y="9539"/>
                  <a:pt x="8214" y="9691"/>
                  <a:pt x="8214" y="9879"/>
                </a:cubicBezTo>
                <a:cubicBezTo>
                  <a:pt x="8214" y="10067"/>
                  <a:pt x="8038" y="10219"/>
                  <a:pt x="7822" y="10219"/>
                </a:cubicBezTo>
                <a:cubicBezTo>
                  <a:pt x="7606" y="10219"/>
                  <a:pt x="7431" y="10067"/>
                  <a:pt x="7431" y="9879"/>
                </a:cubicBezTo>
                <a:cubicBezTo>
                  <a:pt x="7431" y="9691"/>
                  <a:pt x="7606" y="9539"/>
                  <a:pt x="7822" y="9539"/>
                </a:cubicBezTo>
                <a:close/>
                <a:moveTo>
                  <a:pt x="6887" y="9539"/>
                </a:moveTo>
                <a:cubicBezTo>
                  <a:pt x="7103" y="9539"/>
                  <a:pt x="7278" y="9691"/>
                  <a:pt x="7278" y="9879"/>
                </a:cubicBezTo>
                <a:cubicBezTo>
                  <a:pt x="7278" y="10067"/>
                  <a:pt x="7103" y="10219"/>
                  <a:pt x="6887" y="10219"/>
                </a:cubicBezTo>
                <a:cubicBezTo>
                  <a:pt x="6670" y="10219"/>
                  <a:pt x="6495" y="10067"/>
                  <a:pt x="6495" y="9879"/>
                </a:cubicBezTo>
                <a:cubicBezTo>
                  <a:pt x="6495" y="9691"/>
                  <a:pt x="6670" y="9539"/>
                  <a:pt x="6887" y="9539"/>
                </a:cubicBezTo>
                <a:close/>
                <a:moveTo>
                  <a:pt x="5951" y="9539"/>
                </a:moveTo>
                <a:cubicBezTo>
                  <a:pt x="6167" y="9539"/>
                  <a:pt x="6343" y="9691"/>
                  <a:pt x="6343" y="9879"/>
                </a:cubicBezTo>
                <a:cubicBezTo>
                  <a:pt x="6343" y="10067"/>
                  <a:pt x="6167" y="10219"/>
                  <a:pt x="5951" y="10219"/>
                </a:cubicBezTo>
                <a:cubicBezTo>
                  <a:pt x="5735" y="10219"/>
                  <a:pt x="5560" y="10067"/>
                  <a:pt x="5560" y="9879"/>
                </a:cubicBezTo>
                <a:cubicBezTo>
                  <a:pt x="5560" y="9691"/>
                  <a:pt x="5735" y="9539"/>
                  <a:pt x="5951" y="9539"/>
                </a:cubicBezTo>
                <a:close/>
                <a:moveTo>
                  <a:pt x="5016" y="9539"/>
                </a:moveTo>
                <a:cubicBezTo>
                  <a:pt x="5232" y="9539"/>
                  <a:pt x="5407" y="9691"/>
                  <a:pt x="5407" y="9879"/>
                </a:cubicBezTo>
                <a:cubicBezTo>
                  <a:pt x="5407" y="10067"/>
                  <a:pt x="5232" y="10219"/>
                  <a:pt x="5016" y="10219"/>
                </a:cubicBezTo>
                <a:cubicBezTo>
                  <a:pt x="4799" y="10219"/>
                  <a:pt x="4624" y="10067"/>
                  <a:pt x="4624" y="9879"/>
                </a:cubicBezTo>
                <a:cubicBezTo>
                  <a:pt x="4624" y="9691"/>
                  <a:pt x="4799" y="9539"/>
                  <a:pt x="5016" y="9539"/>
                </a:cubicBezTo>
                <a:close/>
                <a:moveTo>
                  <a:pt x="4080" y="9539"/>
                </a:moveTo>
                <a:cubicBezTo>
                  <a:pt x="4296" y="9539"/>
                  <a:pt x="4472" y="9691"/>
                  <a:pt x="4472" y="9879"/>
                </a:cubicBezTo>
                <a:cubicBezTo>
                  <a:pt x="4472" y="10067"/>
                  <a:pt x="4296" y="10219"/>
                  <a:pt x="4080" y="10219"/>
                </a:cubicBezTo>
                <a:cubicBezTo>
                  <a:pt x="3864" y="10219"/>
                  <a:pt x="3689" y="10067"/>
                  <a:pt x="3689" y="9879"/>
                </a:cubicBezTo>
                <a:cubicBezTo>
                  <a:pt x="3689" y="9691"/>
                  <a:pt x="3864" y="9539"/>
                  <a:pt x="4080" y="9539"/>
                </a:cubicBezTo>
                <a:close/>
                <a:moveTo>
                  <a:pt x="3145" y="9539"/>
                </a:moveTo>
                <a:cubicBezTo>
                  <a:pt x="3361" y="9539"/>
                  <a:pt x="3536" y="9691"/>
                  <a:pt x="3536" y="9879"/>
                </a:cubicBezTo>
                <a:cubicBezTo>
                  <a:pt x="3536" y="10067"/>
                  <a:pt x="3361" y="10219"/>
                  <a:pt x="3145" y="10219"/>
                </a:cubicBezTo>
                <a:cubicBezTo>
                  <a:pt x="2928" y="10219"/>
                  <a:pt x="2753" y="10067"/>
                  <a:pt x="2753" y="9879"/>
                </a:cubicBezTo>
                <a:cubicBezTo>
                  <a:pt x="2753" y="9691"/>
                  <a:pt x="2928" y="9539"/>
                  <a:pt x="3145" y="9539"/>
                </a:cubicBezTo>
                <a:close/>
                <a:moveTo>
                  <a:pt x="2209" y="9539"/>
                </a:moveTo>
                <a:cubicBezTo>
                  <a:pt x="2425" y="9539"/>
                  <a:pt x="2601" y="9691"/>
                  <a:pt x="2601" y="9879"/>
                </a:cubicBezTo>
                <a:cubicBezTo>
                  <a:pt x="2601" y="10067"/>
                  <a:pt x="2425" y="10219"/>
                  <a:pt x="2209" y="10219"/>
                </a:cubicBezTo>
                <a:cubicBezTo>
                  <a:pt x="1994" y="10219"/>
                  <a:pt x="1819" y="10067"/>
                  <a:pt x="1819" y="9879"/>
                </a:cubicBezTo>
                <a:cubicBezTo>
                  <a:pt x="1819" y="9691"/>
                  <a:pt x="1994" y="9539"/>
                  <a:pt x="2209" y="9539"/>
                </a:cubicBezTo>
                <a:close/>
                <a:moveTo>
                  <a:pt x="1275" y="9539"/>
                </a:moveTo>
                <a:cubicBezTo>
                  <a:pt x="1491" y="9539"/>
                  <a:pt x="1666" y="9691"/>
                  <a:pt x="1666" y="9879"/>
                </a:cubicBezTo>
                <a:cubicBezTo>
                  <a:pt x="1666" y="10067"/>
                  <a:pt x="1491" y="10219"/>
                  <a:pt x="1275" y="10219"/>
                </a:cubicBezTo>
                <a:cubicBezTo>
                  <a:pt x="1059" y="10219"/>
                  <a:pt x="883" y="10067"/>
                  <a:pt x="883" y="9879"/>
                </a:cubicBezTo>
                <a:cubicBezTo>
                  <a:pt x="883" y="9691"/>
                  <a:pt x="1059" y="9539"/>
                  <a:pt x="1275" y="9539"/>
                </a:cubicBezTo>
                <a:close/>
                <a:moveTo>
                  <a:pt x="339" y="9539"/>
                </a:moveTo>
                <a:cubicBezTo>
                  <a:pt x="556" y="9539"/>
                  <a:pt x="731" y="9691"/>
                  <a:pt x="731" y="9879"/>
                </a:cubicBezTo>
                <a:cubicBezTo>
                  <a:pt x="731" y="10067"/>
                  <a:pt x="556" y="10219"/>
                  <a:pt x="339" y="10219"/>
                </a:cubicBezTo>
                <a:cubicBezTo>
                  <a:pt x="231" y="10219"/>
                  <a:pt x="133" y="10181"/>
                  <a:pt x="63" y="10119"/>
                </a:cubicBezTo>
                <a:lnTo>
                  <a:pt x="0" y="9988"/>
                </a:lnTo>
                <a:lnTo>
                  <a:pt x="0" y="9770"/>
                </a:lnTo>
                <a:lnTo>
                  <a:pt x="63" y="9638"/>
                </a:lnTo>
                <a:cubicBezTo>
                  <a:pt x="133" y="9577"/>
                  <a:pt x="231" y="9539"/>
                  <a:pt x="339" y="9539"/>
                </a:cubicBezTo>
                <a:close/>
                <a:moveTo>
                  <a:pt x="20919" y="8638"/>
                </a:moveTo>
                <a:lnTo>
                  <a:pt x="21057" y="8662"/>
                </a:lnTo>
                <a:lnTo>
                  <a:pt x="20866" y="9309"/>
                </a:lnTo>
                <a:lnTo>
                  <a:pt x="20767" y="9291"/>
                </a:lnTo>
                <a:cubicBezTo>
                  <a:pt x="20626" y="9240"/>
                  <a:pt x="20528" y="9119"/>
                  <a:pt x="20528" y="8978"/>
                </a:cubicBezTo>
                <a:cubicBezTo>
                  <a:pt x="20528" y="8790"/>
                  <a:pt x="20703" y="8638"/>
                  <a:pt x="20919" y="8638"/>
                </a:cubicBezTo>
                <a:close/>
                <a:moveTo>
                  <a:pt x="19984" y="8638"/>
                </a:moveTo>
                <a:cubicBezTo>
                  <a:pt x="20200" y="8638"/>
                  <a:pt x="20375" y="8790"/>
                  <a:pt x="20375" y="8978"/>
                </a:cubicBezTo>
                <a:cubicBezTo>
                  <a:pt x="20375" y="9166"/>
                  <a:pt x="20200" y="9318"/>
                  <a:pt x="19984" y="9318"/>
                </a:cubicBezTo>
                <a:cubicBezTo>
                  <a:pt x="19767" y="9318"/>
                  <a:pt x="19592" y="9166"/>
                  <a:pt x="19592" y="8978"/>
                </a:cubicBezTo>
                <a:cubicBezTo>
                  <a:pt x="19592" y="8790"/>
                  <a:pt x="19767" y="8638"/>
                  <a:pt x="19984" y="8638"/>
                </a:cubicBezTo>
                <a:close/>
                <a:moveTo>
                  <a:pt x="19048" y="8638"/>
                </a:moveTo>
                <a:cubicBezTo>
                  <a:pt x="19264" y="8638"/>
                  <a:pt x="19440" y="8790"/>
                  <a:pt x="19440" y="8978"/>
                </a:cubicBezTo>
                <a:cubicBezTo>
                  <a:pt x="19440" y="9166"/>
                  <a:pt x="19264" y="9318"/>
                  <a:pt x="19048" y="9318"/>
                </a:cubicBezTo>
                <a:cubicBezTo>
                  <a:pt x="18832" y="9318"/>
                  <a:pt x="18657" y="9166"/>
                  <a:pt x="18657" y="8978"/>
                </a:cubicBezTo>
                <a:cubicBezTo>
                  <a:pt x="18657" y="8790"/>
                  <a:pt x="18832" y="8638"/>
                  <a:pt x="19048" y="8638"/>
                </a:cubicBezTo>
                <a:close/>
                <a:moveTo>
                  <a:pt x="18113" y="8638"/>
                </a:moveTo>
                <a:cubicBezTo>
                  <a:pt x="18329" y="8638"/>
                  <a:pt x="18504" y="8790"/>
                  <a:pt x="18504" y="8978"/>
                </a:cubicBezTo>
                <a:cubicBezTo>
                  <a:pt x="18504" y="9166"/>
                  <a:pt x="18329" y="9318"/>
                  <a:pt x="18113" y="9318"/>
                </a:cubicBezTo>
                <a:cubicBezTo>
                  <a:pt x="17896" y="9318"/>
                  <a:pt x="17721" y="9166"/>
                  <a:pt x="17721" y="8978"/>
                </a:cubicBezTo>
                <a:cubicBezTo>
                  <a:pt x="17721" y="8790"/>
                  <a:pt x="17896" y="8638"/>
                  <a:pt x="18113" y="8638"/>
                </a:cubicBezTo>
                <a:close/>
                <a:moveTo>
                  <a:pt x="17177" y="8638"/>
                </a:moveTo>
                <a:cubicBezTo>
                  <a:pt x="17393" y="8638"/>
                  <a:pt x="17569" y="8790"/>
                  <a:pt x="17569" y="8978"/>
                </a:cubicBezTo>
                <a:cubicBezTo>
                  <a:pt x="17569" y="9166"/>
                  <a:pt x="17393" y="9318"/>
                  <a:pt x="17177" y="9318"/>
                </a:cubicBezTo>
                <a:cubicBezTo>
                  <a:pt x="16961" y="9318"/>
                  <a:pt x="16786" y="9166"/>
                  <a:pt x="16786" y="8978"/>
                </a:cubicBezTo>
                <a:cubicBezTo>
                  <a:pt x="16786" y="8790"/>
                  <a:pt x="16961" y="8638"/>
                  <a:pt x="17177" y="8638"/>
                </a:cubicBezTo>
                <a:close/>
                <a:moveTo>
                  <a:pt x="16242" y="8638"/>
                </a:moveTo>
                <a:cubicBezTo>
                  <a:pt x="16458" y="8638"/>
                  <a:pt x="16633" y="8790"/>
                  <a:pt x="16633" y="8978"/>
                </a:cubicBezTo>
                <a:cubicBezTo>
                  <a:pt x="16633" y="9166"/>
                  <a:pt x="16458" y="9318"/>
                  <a:pt x="16242" y="9318"/>
                </a:cubicBezTo>
                <a:cubicBezTo>
                  <a:pt x="16025" y="9318"/>
                  <a:pt x="15850" y="9166"/>
                  <a:pt x="15850" y="8978"/>
                </a:cubicBezTo>
                <a:cubicBezTo>
                  <a:pt x="15850" y="8790"/>
                  <a:pt x="16025" y="8638"/>
                  <a:pt x="16242" y="8638"/>
                </a:cubicBezTo>
                <a:close/>
                <a:moveTo>
                  <a:pt x="15306" y="8638"/>
                </a:moveTo>
                <a:cubicBezTo>
                  <a:pt x="15522" y="8638"/>
                  <a:pt x="15698" y="8790"/>
                  <a:pt x="15698" y="8978"/>
                </a:cubicBezTo>
                <a:cubicBezTo>
                  <a:pt x="15698" y="9166"/>
                  <a:pt x="15522" y="9318"/>
                  <a:pt x="15306" y="9318"/>
                </a:cubicBezTo>
                <a:cubicBezTo>
                  <a:pt x="15090" y="9318"/>
                  <a:pt x="14915" y="9166"/>
                  <a:pt x="14915" y="8978"/>
                </a:cubicBezTo>
                <a:cubicBezTo>
                  <a:pt x="14915" y="8790"/>
                  <a:pt x="15090" y="8638"/>
                  <a:pt x="15306" y="8638"/>
                </a:cubicBezTo>
                <a:close/>
                <a:moveTo>
                  <a:pt x="14371" y="8638"/>
                </a:moveTo>
                <a:cubicBezTo>
                  <a:pt x="14587" y="8638"/>
                  <a:pt x="14762" y="8790"/>
                  <a:pt x="14762" y="8978"/>
                </a:cubicBezTo>
                <a:cubicBezTo>
                  <a:pt x="14762" y="9166"/>
                  <a:pt x="14587" y="9318"/>
                  <a:pt x="14371" y="9318"/>
                </a:cubicBezTo>
                <a:cubicBezTo>
                  <a:pt x="14154" y="9318"/>
                  <a:pt x="13979" y="9166"/>
                  <a:pt x="13979" y="8978"/>
                </a:cubicBezTo>
                <a:cubicBezTo>
                  <a:pt x="13979" y="8790"/>
                  <a:pt x="14154" y="8638"/>
                  <a:pt x="14371" y="8638"/>
                </a:cubicBezTo>
                <a:close/>
                <a:moveTo>
                  <a:pt x="13435" y="8638"/>
                </a:moveTo>
                <a:cubicBezTo>
                  <a:pt x="13651" y="8638"/>
                  <a:pt x="13827" y="8790"/>
                  <a:pt x="13827" y="8978"/>
                </a:cubicBezTo>
                <a:cubicBezTo>
                  <a:pt x="13827" y="9166"/>
                  <a:pt x="13651" y="9318"/>
                  <a:pt x="13435" y="9318"/>
                </a:cubicBezTo>
                <a:cubicBezTo>
                  <a:pt x="13219" y="9318"/>
                  <a:pt x="13044" y="9166"/>
                  <a:pt x="13044" y="8978"/>
                </a:cubicBezTo>
                <a:cubicBezTo>
                  <a:pt x="13044" y="8790"/>
                  <a:pt x="13219" y="8638"/>
                  <a:pt x="13435" y="8638"/>
                </a:cubicBezTo>
                <a:close/>
                <a:moveTo>
                  <a:pt x="12500" y="8638"/>
                </a:moveTo>
                <a:cubicBezTo>
                  <a:pt x="12716" y="8638"/>
                  <a:pt x="12891" y="8790"/>
                  <a:pt x="12891" y="8978"/>
                </a:cubicBezTo>
                <a:cubicBezTo>
                  <a:pt x="12891" y="9166"/>
                  <a:pt x="12716" y="9318"/>
                  <a:pt x="12500" y="9318"/>
                </a:cubicBezTo>
                <a:cubicBezTo>
                  <a:pt x="12283" y="9318"/>
                  <a:pt x="12108" y="9166"/>
                  <a:pt x="12108" y="8978"/>
                </a:cubicBezTo>
                <a:cubicBezTo>
                  <a:pt x="12108" y="8790"/>
                  <a:pt x="12283" y="8638"/>
                  <a:pt x="12500" y="8638"/>
                </a:cubicBezTo>
                <a:close/>
                <a:moveTo>
                  <a:pt x="11564" y="8638"/>
                </a:moveTo>
                <a:cubicBezTo>
                  <a:pt x="11780" y="8638"/>
                  <a:pt x="11956" y="8790"/>
                  <a:pt x="11956" y="8978"/>
                </a:cubicBezTo>
                <a:cubicBezTo>
                  <a:pt x="11956" y="9166"/>
                  <a:pt x="11780" y="9318"/>
                  <a:pt x="11564" y="9318"/>
                </a:cubicBezTo>
                <a:cubicBezTo>
                  <a:pt x="11348" y="9318"/>
                  <a:pt x="11173" y="9166"/>
                  <a:pt x="11173" y="8978"/>
                </a:cubicBezTo>
                <a:cubicBezTo>
                  <a:pt x="11173" y="8790"/>
                  <a:pt x="11348" y="8638"/>
                  <a:pt x="11564" y="8638"/>
                </a:cubicBezTo>
                <a:close/>
                <a:moveTo>
                  <a:pt x="10629" y="8638"/>
                </a:moveTo>
                <a:cubicBezTo>
                  <a:pt x="10845" y="8638"/>
                  <a:pt x="11020" y="8790"/>
                  <a:pt x="11020" y="8978"/>
                </a:cubicBezTo>
                <a:cubicBezTo>
                  <a:pt x="11020" y="9166"/>
                  <a:pt x="10845" y="9318"/>
                  <a:pt x="10629" y="9318"/>
                </a:cubicBezTo>
                <a:cubicBezTo>
                  <a:pt x="10412" y="9318"/>
                  <a:pt x="10237" y="9166"/>
                  <a:pt x="10237" y="8978"/>
                </a:cubicBezTo>
                <a:cubicBezTo>
                  <a:pt x="10237" y="8790"/>
                  <a:pt x="10412" y="8638"/>
                  <a:pt x="10629" y="8638"/>
                </a:cubicBezTo>
                <a:close/>
                <a:moveTo>
                  <a:pt x="9693" y="8638"/>
                </a:moveTo>
                <a:cubicBezTo>
                  <a:pt x="9909" y="8638"/>
                  <a:pt x="10085" y="8790"/>
                  <a:pt x="10085" y="8978"/>
                </a:cubicBezTo>
                <a:cubicBezTo>
                  <a:pt x="10085" y="9166"/>
                  <a:pt x="9909" y="9318"/>
                  <a:pt x="9693" y="9318"/>
                </a:cubicBezTo>
                <a:cubicBezTo>
                  <a:pt x="9477" y="9318"/>
                  <a:pt x="9302" y="9166"/>
                  <a:pt x="9302" y="8978"/>
                </a:cubicBezTo>
                <a:cubicBezTo>
                  <a:pt x="9302" y="8790"/>
                  <a:pt x="9477" y="8638"/>
                  <a:pt x="9693" y="8638"/>
                </a:cubicBezTo>
                <a:close/>
                <a:moveTo>
                  <a:pt x="8758" y="8638"/>
                </a:moveTo>
                <a:cubicBezTo>
                  <a:pt x="8974" y="8638"/>
                  <a:pt x="9149" y="8790"/>
                  <a:pt x="9149" y="8978"/>
                </a:cubicBezTo>
                <a:cubicBezTo>
                  <a:pt x="9149" y="9166"/>
                  <a:pt x="8974" y="9318"/>
                  <a:pt x="8758" y="9318"/>
                </a:cubicBezTo>
                <a:cubicBezTo>
                  <a:pt x="8541" y="9318"/>
                  <a:pt x="8366" y="9166"/>
                  <a:pt x="8366" y="8978"/>
                </a:cubicBezTo>
                <a:cubicBezTo>
                  <a:pt x="8366" y="8790"/>
                  <a:pt x="8541" y="8638"/>
                  <a:pt x="8758" y="8638"/>
                </a:cubicBezTo>
                <a:close/>
                <a:moveTo>
                  <a:pt x="7822" y="8638"/>
                </a:moveTo>
                <a:cubicBezTo>
                  <a:pt x="8038" y="8638"/>
                  <a:pt x="8214" y="8790"/>
                  <a:pt x="8214" y="8978"/>
                </a:cubicBezTo>
                <a:cubicBezTo>
                  <a:pt x="8214" y="9166"/>
                  <a:pt x="8038" y="9318"/>
                  <a:pt x="7822" y="9318"/>
                </a:cubicBezTo>
                <a:cubicBezTo>
                  <a:pt x="7606" y="9318"/>
                  <a:pt x="7431" y="9166"/>
                  <a:pt x="7431" y="8978"/>
                </a:cubicBezTo>
                <a:cubicBezTo>
                  <a:pt x="7431" y="8790"/>
                  <a:pt x="7606" y="8638"/>
                  <a:pt x="7822" y="8638"/>
                </a:cubicBezTo>
                <a:close/>
                <a:moveTo>
                  <a:pt x="6887" y="8638"/>
                </a:moveTo>
                <a:cubicBezTo>
                  <a:pt x="7103" y="8638"/>
                  <a:pt x="7278" y="8790"/>
                  <a:pt x="7278" y="8978"/>
                </a:cubicBezTo>
                <a:cubicBezTo>
                  <a:pt x="7278" y="9166"/>
                  <a:pt x="7103" y="9318"/>
                  <a:pt x="6887" y="9318"/>
                </a:cubicBezTo>
                <a:cubicBezTo>
                  <a:pt x="6670" y="9318"/>
                  <a:pt x="6495" y="9166"/>
                  <a:pt x="6495" y="8978"/>
                </a:cubicBezTo>
                <a:cubicBezTo>
                  <a:pt x="6495" y="8790"/>
                  <a:pt x="6670" y="8638"/>
                  <a:pt x="6887" y="8638"/>
                </a:cubicBezTo>
                <a:close/>
                <a:moveTo>
                  <a:pt x="5951" y="8638"/>
                </a:moveTo>
                <a:cubicBezTo>
                  <a:pt x="6167" y="8638"/>
                  <a:pt x="6343" y="8790"/>
                  <a:pt x="6343" y="8978"/>
                </a:cubicBezTo>
                <a:cubicBezTo>
                  <a:pt x="6343" y="9166"/>
                  <a:pt x="6167" y="9318"/>
                  <a:pt x="5951" y="9318"/>
                </a:cubicBezTo>
                <a:cubicBezTo>
                  <a:pt x="5735" y="9318"/>
                  <a:pt x="5560" y="9166"/>
                  <a:pt x="5560" y="8978"/>
                </a:cubicBezTo>
                <a:cubicBezTo>
                  <a:pt x="5560" y="8790"/>
                  <a:pt x="5735" y="8638"/>
                  <a:pt x="5951" y="8638"/>
                </a:cubicBezTo>
                <a:close/>
                <a:moveTo>
                  <a:pt x="5016" y="8638"/>
                </a:moveTo>
                <a:cubicBezTo>
                  <a:pt x="5232" y="8638"/>
                  <a:pt x="5407" y="8790"/>
                  <a:pt x="5407" y="8978"/>
                </a:cubicBezTo>
                <a:cubicBezTo>
                  <a:pt x="5407" y="9166"/>
                  <a:pt x="5232" y="9318"/>
                  <a:pt x="5016" y="9318"/>
                </a:cubicBezTo>
                <a:cubicBezTo>
                  <a:pt x="4799" y="9318"/>
                  <a:pt x="4624" y="9166"/>
                  <a:pt x="4624" y="8978"/>
                </a:cubicBezTo>
                <a:cubicBezTo>
                  <a:pt x="4624" y="8790"/>
                  <a:pt x="4799" y="8638"/>
                  <a:pt x="5016" y="8638"/>
                </a:cubicBezTo>
                <a:close/>
                <a:moveTo>
                  <a:pt x="4080" y="8638"/>
                </a:moveTo>
                <a:cubicBezTo>
                  <a:pt x="4296" y="8638"/>
                  <a:pt x="4472" y="8790"/>
                  <a:pt x="4472" y="8978"/>
                </a:cubicBezTo>
                <a:cubicBezTo>
                  <a:pt x="4472" y="9166"/>
                  <a:pt x="4296" y="9318"/>
                  <a:pt x="4080" y="9318"/>
                </a:cubicBezTo>
                <a:cubicBezTo>
                  <a:pt x="3864" y="9318"/>
                  <a:pt x="3689" y="9166"/>
                  <a:pt x="3689" y="8978"/>
                </a:cubicBezTo>
                <a:cubicBezTo>
                  <a:pt x="3689" y="8790"/>
                  <a:pt x="3864" y="8638"/>
                  <a:pt x="4080" y="8638"/>
                </a:cubicBezTo>
                <a:close/>
                <a:moveTo>
                  <a:pt x="3145" y="8638"/>
                </a:moveTo>
                <a:cubicBezTo>
                  <a:pt x="3361" y="8638"/>
                  <a:pt x="3536" y="8790"/>
                  <a:pt x="3536" y="8978"/>
                </a:cubicBezTo>
                <a:cubicBezTo>
                  <a:pt x="3536" y="9166"/>
                  <a:pt x="3361" y="9318"/>
                  <a:pt x="3145" y="9318"/>
                </a:cubicBezTo>
                <a:cubicBezTo>
                  <a:pt x="2928" y="9318"/>
                  <a:pt x="2753" y="9166"/>
                  <a:pt x="2753" y="8978"/>
                </a:cubicBezTo>
                <a:cubicBezTo>
                  <a:pt x="2753" y="8790"/>
                  <a:pt x="2928" y="8638"/>
                  <a:pt x="3145" y="8638"/>
                </a:cubicBezTo>
                <a:close/>
                <a:moveTo>
                  <a:pt x="2209" y="8638"/>
                </a:moveTo>
                <a:cubicBezTo>
                  <a:pt x="2425" y="8638"/>
                  <a:pt x="2601" y="8790"/>
                  <a:pt x="2601" y="8978"/>
                </a:cubicBezTo>
                <a:cubicBezTo>
                  <a:pt x="2601" y="9166"/>
                  <a:pt x="2425" y="9318"/>
                  <a:pt x="2209" y="9318"/>
                </a:cubicBezTo>
                <a:cubicBezTo>
                  <a:pt x="1994" y="9318"/>
                  <a:pt x="1819" y="9166"/>
                  <a:pt x="1819" y="8978"/>
                </a:cubicBezTo>
                <a:cubicBezTo>
                  <a:pt x="1819" y="8790"/>
                  <a:pt x="1994" y="8638"/>
                  <a:pt x="2209" y="8638"/>
                </a:cubicBezTo>
                <a:close/>
                <a:moveTo>
                  <a:pt x="1275" y="8638"/>
                </a:moveTo>
                <a:cubicBezTo>
                  <a:pt x="1491" y="8638"/>
                  <a:pt x="1666" y="8790"/>
                  <a:pt x="1666" y="8978"/>
                </a:cubicBezTo>
                <a:cubicBezTo>
                  <a:pt x="1666" y="9166"/>
                  <a:pt x="1491" y="9318"/>
                  <a:pt x="1275" y="9318"/>
                </a:cubicBezTo>
                <a:cubicBezTo>
                  <a:pt x="1059" y="9318"/>
                  <a:pt x="883" y="9166"/>
                  <a:pt x="883" y="8978"/>
                </a:cubicBezTo>
                <a:cubicBezTo>
                  <a:pt x="883" y="8790"/>
                  <a:pt x="1059" y="8638"/>
                  <a:pt x="1275" y="8638"/>
                </a:cubicBezTo>
                <a:close/>
                <a:moveTo>
                  <a:pt x="339" y="8638"/>
                </a:moveTo>
                <a:cubicBezTo>
                  <a:pt x="556" y="8638"/>
                  <a:pt x="731" y="8790"/>
                  <a:pt x="731" y="8978"/>
                </a:cubicBezTo>
                <a:cubicBezTo>
                  <a:pt x="731" y="9166"/>
                  <a:pt x="556" y="9318"/>
                  <a:pt x="339" y="9318"/>
                </a:cubicBezTo>
                <a:cubicBezTo>
                  <a:pt x="231" y="9318"/>
                  <a:pt x="133" y="9280"/>
                  <a:pt x="63" y="9218"/>
                </a:cubicBezTo>
                <a:lnTo>
                  <a:pt x="0" y="9087"/>
                </a:lnTo>
                <a:lnTo>
                  <a:pt x="0" y="8869"/>
                </a:lnTo>
                <a:lnTo>
                  <a:pt x="63" y="8738"/>
                </a:lnTo>
                <a:cubicBezTo>
                  <a:pt x="133" y="8676"/>
                  <a:pt x="231" y="8638"/>
                  <a:pt x="339" y="8638"/>
                </a:cubicBezTo>
                <a:close/>
                <a:moveTo>
                  <a:pt x="20919" y="7737"/>
                </a:moveTo>
                <a:cubicBezTo>
                  <a:pt x="21027" y="7737"/>
                  <a:pt x="21125" y="7775"/>
                  <a:pt x="21196" y="7837"/>
                </a:cubicBezTo>
                <a:lnTo>
                  <a:pt x="21245" y="7941"/>
                </a:lnTo>
                <a:lnTo>
                  <a:pt x="21208" y="8154"/>
                </a:lnTo>
                <a:lnTo>
                  <a:pt x="21152" y="8344"/>
                </a:lnTo>
                <a:lnTo>
                  <a:pt x="21072" y="8391"/>
                </a:lnTo>
                <a:cubicBezTo>
                  <a:pt x="21025" y="8408"/>
                  <a:pt x="20973" y="8417"/>
                  <a:pt x="20919" y="8417"/>
                </a:cubicBezTo>
                <a:cubicBezTo>
                  <a:pt x="20703" y="8417"/>
                  <a:pt x="20528" y="8265"/>
                  <a:pt x="20528" y="8077"/>
                </a:cubicBezTo>
                <a:cubicBezTo>
                  <a:pt x="20528" y="7890"/>
                  <a:pt x="20703" y="7737"/>
                  <a:pt x="20919" y="7737"/>
                </a:cubicBezTo>
                <a:close/>
                <a:moveTo>
                  <a:pt x="19984" y="7737"/>
                </a:moveTo>
                <a:cubicBezTo>
                  <a:pt x="20200" y="7737"/>
                  <a:pt x="20375" y="7890"/>
                  <a:pt x="20375" y="8077"/>
                </a:cubicBezTo>
                <a:cubicBezTo>
                  <a:pt x="20375" y="8265"/>
                  <a:pt x="20200" y="8417"/>
                  <a:pt x="19984" y="8417"/>
                </a:cubicBezTo>
                <a:cubicBezTo>
                  <a:pt x="19767" y="8417"/>
                  <a:pt x="19592" y="8265"/>
                  <a:pt x="19592" y="8077"/>
                </a:cubicBezTo>
                <a:cubicBezTo>
                  <a:pt x="19592" y="7890"/>
                  <a:pt x="19767" y="7737"/>
                  <a:pt x="19984" y="7737"/>
                </a:cubicBezTo>
                <a:close/>
                <a:moveTo>
                  <a:pt x="19048" y="7737"/>
                </a:moveTo>
                <a:cubicBezTo>
                  <a:pt x="19264" y="7737"/>
                  <a:pt x="19440" y="7890"/>
                  <a:pt x="19440" y="8077"/>
                </a:cubicBezTo>
                <a:cubicBezTo>
                  <a:pt x="19440" y="8265"/>
                  <a:pt x="19264" y="8417"/>
                  <a:pt x="19048" y="8417"/>
                </a:cubicBezTo>
                <a:cubicBezTo>
                  <a:pt x="18832" y="8417"/>
                  <a:pt x="18657" y="8265"/>
                  <a:pt x="18657" y="8077"/>
                </a:cubicBezTo>
                <a:cubicBezTo>
                  <a:pt x="18657" y="7890"/>
                  <a:pt x="18832" y="7737"/>
                  <a:pt x="19048" y="7737"/>
                </a:cubicBezTo>
                <a:close/>
                <a:moveTo>
                  <a:pt x="18113" y="7737"/>
                </a:moveTo>
                <a:cubicBezTo>
                  <a:pt x="18329" y="7737"/>
                  <a:pt x="18504" y="7890"/>
                  <a:pt x="18504" y="8077"/>
                </a:cubicBezTo>
                <a:cubicBezTo>
                  <a:pt x="18504" y="8265"/>
                  <a:pt x="18329" y="8417"/>
                  <a:pt x="18113" y="8417"/>
                </a:cubicBezTo>
                <a:cubicBezTo>
                  <a:pt x="17896" y="8417"/>
                  <a:pt x="17721" y="8265"/>
                  <a:pt x="17721" y="8077"/>
                </a:cubicBezTo>
                <a:cubicBezTo>
                  <a:pt x="17721" y="7890"/>
                  <a:pt x="17896" y="7737"/>
                  <a:pt x="18113" y="7737"/>
                </a:cubicBezTo>
                <a:close/>
                <a:moveTo>
                  <a:pt x="17177" y="7737"/>
                </a:moveTo>
                <a:cubicBezTo>
                  <a:pt x="17393" y="7737"/>
                  <a:pt x="17569" y="7890"/>
                  <a:pt x="17569" y="8077"/>
                </a:cubicBezTo>
                <a:cubicBezTo>
                  <a:pt x="17569" y="8265"/>
                  <a:pt x="17393" y="8417"/>
                  <a:pt x="17177" y="8417"/>
                </a:cubicBezTo>
                <a:cubicBezTo>
                  <a:pt x="16961" y="8417"/>
                  <a:pt x="16786" y="8265"/>
                  <a:pt x="16786" y="8077"/>
                </a:cubicBezTo>
                <a:cubicBezTo>
                  <a:pt x="16786" y="7890"/>
                  <a:pt x="16961" y="7737"/>
                  <a:pt x="17177" y="7737"/>
                </a:cubicBezTo>
                <a:close/>
                <a:moveTo>
                  <a:pt x="16242" y="7737"/>
                </a:moveTo>
                <a:cubicBezTo>
                  <a:pt x="16458" y="7737"/>
                  <a:pt x="16633" y="7890"/>
                  <a:pt x="16633" y="8077"/>
                </a:cubicBezTo>
                <a:cubicBezTo>
                  <a:pt x="16633" y="8265"/>
                  <a:pt x="16458" y="8417"/>
                  <a:pt x="16242" y="8417"/>
                </a:cubicBezTo>
                <a:cubicBezTo>
                  <a:pt x="16025" y="8417"/>
                  <a:pt x="15850" y="8265"/>
                  <a:pt x="15850" y="8077"/>
                </a:cubicBezTo>
                <a:cubicBezTo>
                  <a:pt x="15850" y="7890"/>
                  <a:pt x="16025" y="7737"/>
                  <a:pt x="16242" y="7737"/>
                </a:cubicBezTo>
                <a:close/>
                <a:moveTo>
                  <a:pt x="15306" y="7737"/>
                </a:moveTo>
                <a:cubicBezTo>
                  <a:pt x="15522" y="7737"/>
                  <a:pt x="15698" y="7890"/>
                  <a:pt x="15698" y="8077"/>
                </a:cubicBezTo>
                <a:cubicBezTo>
                  <a:pt x="15698" y="8265"/>
                  <a:pt x="15522" y="8417"/>
                  <a:pt x="15306" y="8417"/>
                </a:cubicBezTo>
                <a:cubicBezTo>
                  <a:pt x="15090" y="8417"/>
                  <a:pt x="14915" y="8265"/>
                  <a:pt x="14915" y="8077"/>
                </a:cubicBezTo>
                <a:cubicBezTo>
                  <a:pt x="14915" y="7890"/>
                  <a:pt x="15090" y="7737"/>
                  <a:pt x="15306" y="7737"/>
                </a:cubicBezTo>
                <a:close/>
                <a:moveTo>
                  <a:pt x="14371" y="7737"/>
                </a:moveTo>
                <a:cubicBezTo>
                  <a:pt x="14587" y="7737"/>
                  <a:pt x="14762" y="7890"/>
                  <a:pt x="14762" y="8077"/>
                </a:cubicBezTo>
                <a:cubicBezTo>
                  <a:pt x="14762" y="8265"/>
                  <a:pt x="14587" y="8417"/>
                  <a:pt x="14371" y="8417"/>
                </a:cubicBezTo>
                <a:cubicBezTo>
                  <a:pt x="14154" y="8417"/>
                  <a:pt x="13979" y="8265"/>
                  <a:pt x="13979" y="8077"/>
                </a:cubicBezTo>
                <a:cubicBezTo>
                  <a:pt x="13979" y="7890"/>
                  <a:pt x="14154" y="7737"/>
                  <a:pt x="14371" y="7737"/>
                </a:cubicBezTo>
                <a:close/>
                <a:moveTo>
                  <a:pt x="13435" y="7737"/>
                </a:moveTo>
                <a:cubicBezTo>
                  <a:pt x="13651" y="7737"/>
                  <a:pt x="13827" y="7890"/>
                  <a:pt x="13827" y="8077"/>
                </a:cubicBezTo>
                <a:cubicBezTo>
                  <a:pt x="13827" y="8265"/>
                  <a:pt x="13651" y="8417"/>
                  <a:pt x="13435" y="8417"/>
                </a:cubicBezTo>
                <a:cubicBezTo>
                  <a:pt x="13219" y="8417"/>
                  <a:pt x="13044" y="8265"/>
                  <a:pt x="13044" y="8077"/>
                </a:cubicBezTo>
                <a:cubicBezTo>
                  <a:pt x="13044" y="7890"/>
                  <a:pt x="13219" y="7737"/>
                  <a:pt x="13435" y="7737"/>
                </a:cubicBezTo>
                <a:close/>
                <a:moveTo>
                  <a:pt x="12500" y="7737"/>
                </a:moveTo>
                <a:cubicBezTo>
                  <a:pt x="12716" y="7737"/>
                  <a:pt x="12891" y="7890"/>
                  <a:pt x="12891" y="8077"/>
                </a:cubicBezTo>
                <a:cubicBezTo>
                  <a:pt x="12891" y="8265"/>
                  <a:pt x="12716" y="8417"/>
                  <a:pt x="12500" y="8417"/>
                </a:cubicBezTo>
                <a:cubicBezTo>
                  <a:pt x="12283" y="8417"/>
                  <a:pt x="12108" y="8265"/>
                  <a:pt x="12108" y="8077"/>
                </a:cubicBezTo>
                <a:cubicBezTo>
                  <a:pt x="12108" y="7890"/>
                  <a:pt x="12283" y="7737"/>
                  <a:pt x="12500" y="7737"/>
                </a:cubicBezTo>
                <a:close/>
                <a:moveTo>
                  <a:pt x="11564" y="7737"/>
                </a:moveTo>
                <a:cubicBezTo>
                  <a:pt x="11780" y="7737"/>
                  <a:pt x="11956" y="7890"/>
                  <a:pt x="11956" y="8077"/>
                </a:cubicBezTo>
                <a:cubicBezTo>
                  <a:pt x="11956" y="8265"/>
                  <a:pt x="11780" y="8417"/>
                  <a:pt x="11564" y="8417"/>
                </a:cubicBezTo>
                <a:cubicBezTo>
                  <a:pt x="11348" y="8417"/>
                  <a:pt x="11173" y="8265"/>
                  <a:pt x="11173" y="8077"/>
                </a:cubicBezTo>
                <a:cubicBezTo>
                  <a:pt x="11173" y="7890"/>
                  <a:pt x="11348" y="7737"/>
                  <a:pt x="11564" y="7737"/>
                </a:cubicBezTo>
                <a:close/>
                <a:moveTo>
                  <a:pt x="10629" y="7737"/>
                </a:moveTo>
                <a:cubicBezTo>
                  <a:pt x="10845" y="7737"/>
                  <a:pt x="11020" y="7890"/>
                  <a:pt x="11020" y="8077"/>
                </a:cubicBezTo>
                <a:cubicBezTo>
                  <a:pt x="11020" y="8265"/>
                  <a:pt x="10845" y="8417"/>
                  <a:pt x="10629" y="8417"/>
                </a:cubicBezTo>
                <a:cubicBezTo>
                  <a:pt x="10412" y="8417"/>
                  <a:pt x="10237" y="8265"/>
                  <a:pt x="10237" y="8077"/>
                </a:cubicBezTo>
                <a:cubicBezTo>
                  <a:pt x="10237" y="7890"/>
                  <a:pt x="10412" y="7737"/>
                  <a:pt x="10629" y="7737"/>
                </a:cubicBezTo>
                <a:close/>
                <a:moveTo>
                  <a:pt x="9693" y="7737"/>
                </a:moveTo>
                <a:cubicBezTo>
                  <a:pt x="9909" y="7737"/>
                  <a:pt x="10085" y="7890"/>
                  <a:pt x="10085" y="8077"/>
                </a:cubicBezTo>
                <a:cubicBezTo>
                  <a:pt x="10085" y="8265"/>
                  <a:pt x="9909" y="8417"/>
                  <a:pt x="9693" y="8417"/>
                </a:cubicBezTo>
                <a:cubicBezTo>
                  <a:pt x="9477" y="8417"/>
                  <a:pt x="9302" y="8265"/>
                  <a:pt x="9302" y="8077"/>
                </a:cubicBezTo>
                <a:cubicBezTo>
                  <a:pt x="9302" y="7890"/>
                  <a:pt x="9477" y="7737"/>
                  <a:pt x="9693" y="7737"/>
                </a:cubicBezTo>
                <a:close/>
                <a:moveTo>
                  <a:pt x="8758" y="7737"/>
                </a:moveTo>
                <a:cubicBezTo>
                  <a:pt x="8974" y="7737"/>
                  <a:pt x="9149" y="7890"/>
                  <a:pt x="9149" y="8077"/>
                </a:cubicBezTo>
                <a:cubicBezTo>
                  <a:pt x="9149" y="8265"/>
                  <a:pt x="8974" y="8417"/>
                  <a:pt x="8758" y="8417"/>
                </a:cubicBezTo>
                <a:cubicBezTo>
                  <a:pt x="8541" y="8417"/>
                  <a:pt x="8366" y="8265"/>
                  <a:pt x="8366" y="8077"/>
                </a:cubicBezTo>
                <a:cubicBezTo>
                  <a:pt x="8366" y="7890"/>
                  <a:pt x="8541" y="7737"/>
                  <a:pt x="8758" y="7737"/>
                </a:cubicBezTo>
                <a:close/>
                <a:moveTo>
                  <a:pt x="7822" y="7737"/>
                </a:moveTo>
                <a:cubicBezTo>
                  <a:pt x="8038" y="7737"/>
                  <a:pt x="8214" y="7890"/>
                  <a:pt x="8214" y="8077"/>
                </a:cubicBezTo>
                <a:cubicBezTo>
                  <a:pt x="8214" y="8265"/>
                  <a:pt x="8038" y="8417"/>
                  <a:pt x="7822" y="8417"/>
                </a:cubicBezTo>
                <a:cubicBezTo>
                  <a:pt x="7606" y="8417"/>
                  <a:pt x="7431" y="8265"/>
                  <a:pt x="7431" y="8077"/>
                </a:cubicBezTo>
                <a:cubicBezTo>
                  <a:pt x="7431" y="7890"/>
                  <a:pt x="7606" y="7737"/>
                  <a:pt x="7822" y="7737"/>
                </a:cubicBezTo>
                <a:close/>
                <a:moveTo>
                  <a:pt x="6887" y="7737"/>
                </a:moveTo>
                <a:cubicBezTo>
                  <a:pt x="7103" y="7737"/>
                  <a:pt x="7278" y="7890"/>
                  <a:pt x="7278" y="8077"/>
                </a:cubicBezTo>
                <a:cubicBezTo>
                  <a:pt x="7278" y="8265"/>
                  <a:pt x="7103" y="8417"/>
                  <a:pt x="6887" y="8417"/>
                </a:cubicBezTo>
                <a:cubicBezTo>
                  <a:pt x="6670" y="8417"/>
                  <a:pt x="6495" y="8265"/>
                  <a:pt x="6495" y="8077"/>
                </a:cubicBezTo>
                <a:cubicBezTo>
                  <a:pt x="6495" y="7890"/>
                  <a:pt x="6670" y="7737"/>
                  <a:pt x="6887" y="7737"/>
                </a:cubicBezTo>
                <a:close/>
                <a:moveTo>
                  <a:pt x="5951" y="7737"/>
                </a:moveTo>
                <a:cubicBezTo>
                  <a:pt x="6167" y="7737"/>
                  <a:pt x="6343" y="7890"/>
                  <a:pt x="6343" y="8077"/>
                </a:cubicBezTo>
                <a:cubicBezTo>
                  <a:pt x="6343" y="8265"/>
                  <a:pt x="6167" y="8417"/>
                  <a:pt x="5951" y="8417"/>
                </a:cubicBezTo>
                <a:cubicBezTo>
                  <a:pt x="5735" y="8417"/>
                  <a:pt x="5560" y="8265"/>
                  <a:pt x="5560" y="8077"/>
                </a:cubicBezTo>
                <a:cubicBezTo>
                  <a:pt x="5560" y="7890"/>
                  <a:pt x="5735" y="7737"/>
                  <a:pt x="5951" y="7737"/>
                </a:cubicBezTo>
                <a:close/>
                <a:moveTo>
                  <a:pt x="5016" y="7737"/>
                </a:moveTo>
                <a:cubicBezTo>
                  <a:pt x="5232" y="7737"/>
                  <a:pt x="5407" y="7890"/>
                  <a:pt x="5407" y="8077"/>
                </a:cubicBezTo>
                <a:cubicBezTo>
                  <a:pt x="5407" y="8265"/>
                  <a:pt x="5232" y="8417"/>
                  <a:pt x="5016" y="8417"/>
                </a:cubicBezTo>
                <a:cubicBezTo>
                  <a:pt x="4799" y="8417"/>
                  <a:pt x="4624" y="8265"/>
                  <a:pt x="4624" y="8077"/>
                </a:cubicBezTo>
                <a:cubicBezTo>
                  <a:pt x="4624" y="7890"/>
                  <a:pt x="4799" y="7737"/>
                  <a:pt x="5016" y="7737"/>
                </a:cubicBezTo>
                <a:close/>
                <a:moveTo>
                  <a:pt x="4080" y="7737"/>
                </a:moveTo>
                <a:cubicBezTo>
                  <a:pt x="4296" y="7737"/>
                  <a:pt x="4472" y="7890"/>
                  <a:pt x="4472" y="8077"/>
                </a:cubicBezTo>
                <a:cubicBezTo>
                  <a:pt x="4472" y="8265"/>
                  <a:pt x="4296" y="8417"/>
                  <a:pt x="4080" y="8417"/>
                </a:cubicBezTo>
                <a:cubicBezTo>
                  <a:pt x="3864" y="8417"/>
                  <a:pt x="3689" y="8265"/>
                  <a:pt x="3689" y="8077"/>
                </a:cubicBezTo>
                <a:cubicBezTo>
                  <a:pt x="3689" y="7890"/>
                  <a:pt x="3864" y="7737"/>
                  <a:pt x="4080" y="7737"/>
                </a:cubicBezTo>
                <a:close/>
                <a:moveTo>
                  <a:pt x="3145" y="7737"/>
                </a:moveTo>
                <a:cubicBezTo>
                  <a:pt x="3361" y="7737"/>
                  <a:pt x="3536" y="7890"/>
                  <a:pt x="3536" y="8077"/>
                </a:cubicBezTo>
                <a:cubicBezTo>
                  <a:pt x="3536" y="8265"/>
                  <a:pt x="3361" y="8417"/>
                  <a:pt x="3145" y="8417"/>
                </a:cubicBezTo>
                <a:cubicBezTo>
                  <a:pt x="2928" y="8417"/>
                  <a:pt x="2753" y="8265"/>
                  <a:pt x="2753" y="8077"/>
                </a:cubicBezTo>
                <a:cubicBezTo>
                  <a:pt x="2753" y="7890"/>
                  <a:pt x="2928" y="7737"/>
                  <a:pt x="3145" y="7737"/>
                </a:cubicBezTo>
                <a:close/>
                <a:moveTo>
                  <a:pt x="2209" y="7737"/>
                </a:moveTo>
                <a:cubicBezTo>
                  <a:pt x="2425" y="7737"/>
                  <a:pt x="2601" y="7890"/>
                  <a:pt x="2601" y="8077"/>
                </a:cubicBezTo>
                <a:cubicBezTo>
                  <a:pt x="2601" y="8265"/>
                  <a:pt x="2425" y="8417"/>
                  <a:pt x="2209" y="8417"/>
                </a:cubicBezTo>
                <a:cubicBezTo>
                  <a:pt x="1994" y="8417"/>
                  <a:pt x="1819" y="8265"/>
                  <a:pt x="1819" y="8077"/>
                </a:cubicBezTo>
                <a:cubicBezTo>
                  <a:pt x="1819" y="7890"/>
                  <a:pt x="1994" y="7737"/>
                  <a:pt x="2209" y="7737"/>
                </a:cubicBezTo>
                <a:close/>
                <a:moveTo>
                  <a:pt x="1275" y="7737"/>
                </a:moveTo>
                <a:cubicBezTo>
                  <a:pt x="1491" y="7737"/>
                  <a:pt x="1666" y="7890"/>
                  <a:pt x="1666" y="8077"/>
                </a:cubicBezTo>
                <a:cubicBezTo>
                  <a:pt x="1666" y="8265"/>
                  <a:pt x="1491" y="8417"/>
                  <a:pt x="1275" y="8417"/>
                </a:cubicBezTo>
                <a:cubicBezTo>
                  <a:pt x="1059" y="8417"/>
                  <a:pt x="884" y="8265"/>
                  <a:pt x="884" y="8077"/>
                </a:cubicBezTo>
                <a:cubicBezTo>
                  <a:pt x="884" y="7890"/>
                  <a:pt x="1059" y="7737"/>
                  <a:pt x="1275" y="7737"/>
                </a:cubicBezTo>
                <a:close/>
                <a:moveTo>
                  <a:pt x="340" y="7737"/>
                </a:moveTo>
                <a:cubicBezTo>
                  <a:pt x="556" y="7737"/>
                  <a:pt x="731" y="7890"/>
                  <a:pt x="731" y="8077"/>
                </a:cubicBezTo>
                <a:cubicBezTo>
                  <a:pt x="731" y="8265"/>
                  <a:pt x="556" y="8417"/>
                  <a:pt x="340" y="8417"/>
                </a:cubicBezTo>
                <a:cubicBezTo>
                  <a:pt x="231" y="8417"/>
                  <a:pt x="134" y="8379"/>
                  <a:pt x="63" y="8318"/>
                </a:cubicBezTo>
                <a:lnTo>
                  <a:pt x="0" y="8186"/>
                </a:lnTo>
                <a:lnTo>
                  <a:pt x="0" y="7968"/>
                </a:lnTo>
                <a:lnTo>
                  <a:pt x="63" y="7837"/>
                </a:lnTo>
                <a:cubicBezTo>
                  <a:pt x="134" y="7775"/>
                  <a:pt x="231" y="7737"/>
                  <a:pt x="340" y="7737"/>
                </a:cubicBezTo>
                <a:close/>
                <a:moveTo>
                  <a:pt x="20919" y="6837"/>
                </a:moveTo>
                <a:cubicBezTo>
                  <a:pt x="21135" y="6837"/>
                  <a:pt x="21311" y="6989"/>
                  <a:pt x="21311" y="7177"/>
                </a:cubicBezTo>
                <a:cubicBezTo>
                  <a:pt x="21311" y="7364"/>
                  <a:pt x="21135" y="7517"/>
                  <a:pt x="20919" y="7517"/>
                </a:cubicBezTo>
                <a:cubicBezTo>
                  <a:pt x="20703" y="7517"/>
                  <a:pt x="20528" y="7364"/>
                  <a:pt x="20528" y="7177"/>
                </a:cubicBezTo>
                <a:cubicBezTo>
                  <a:pt x="20528" y="6989"/>
                  <a:pt x="20703" y="6837"/>
                  <a:pt x="20919" y="6837"/>
                </a:cubicBezTo>
                <a:close/>
                <a:moveTo>
                  <a:pt x="19984" y="6837"/>
                </a:moveTo>
                <a:cubicBezTo>
                  <a:pt x="20200" y="6837"/>
                  <a:pt x="20375" y="6989"/>
                  <a:pt x="20375" y="7177"/>
                </a:cubicBezTo>
                <a:cubicBezTo>
                  <a:pt x="20375" y="7364"/>
                  <a:pt x="20200" y="7517"/>
                  <a:pt x="19984" y="7517"/>
                </a:cubicBezTo>
                <a:cubicBezTo>
                  <a:pt x="19767" y="7517"/>
                  <a:pt x="19592" y="7364"/>
                  <a:pt x="19592" y="7177"/>
                </a:cubicBezTo>
                <a:cubicBezTo>
                  <a:pt x="19592" y="6989"/>
                  <a:pt x="19767" y="6837"/>
                  <a:pt x="19984" y="6837"/>
                </a:cubicBezTo>
                <a:close/>
                <a:moveTo>
                  <a:pt x="19048" y="6837"/>
                </a:moveTo>
                <a:cubicBezTo>
                  <a:pt x="19264" y="6837"/>
                  <a:pt x="19440" y="6989"/>
                  <a:pt x="19440" y="7177"/>
                </a:cubicBezTo>
                <a:cubicBezTo>
                  <a:pt x="19440" y="7364"/>
                  <a:pt x="19264" y="7517"/>
                  <a:pt x="19048" y="7517"/>
                </a:cubicBezTo>
                <a:cubicBezTo>
                  <a:pt x="18832" y="7517"/>
                  <a:pt x="18657" y="7364"/>
                  <a:pt x="18657" y="7177"/>
                </a:cubicBezTo>
                <a:cubicBezTo>
                  <a:pt x="18657" y="6989"/>
                  <a:pt x="18832" y="6837"/>
                  <a:pt x="19048" y="6837"/>
                </a:cubicBezTo>
                <a:close/>
                <a:moveTo>
                  <a:pt x="18113" y="6837"/>
                </a:moveTo>
                <a:cubicBezTo>
                  <a:pt x="18329" y="6837"/>
                  <a:pt x="18504" y="6989"/>
                  <a:pt x="18504" y="7177"/>
                </a:cubicBezTo>
                <a:cubicBezTo>
                  <a:pt x="18504" y="7364"/>
                  <a:pt x="18329" y="7517"/>
                  <a:pt x="18113" y="7517"/>
                </a:cubicBezTo>
                <a:cubicBezTo>
                  <a:pt x="17896" y="7517"/>
                  <a:pt x="17721" y="7364"/>
                  <a:pt x="17721" y="7177"/>
                </a:cubicBezTo>
                <a:cubicBezTo>
                  <a:pt x="17721" y="6989"/>
                  <a:pt x="17896" y="6837"/>
                  <a:pt x="18113" y="6837"/>
                </a:cubicBezTo>
                <a:close/>
                <a:moveTo>
                  <a:pt x="17177" y="6837"/>
                </a:moveTo>
                <a:cubicBezTo>
                  <a:pt x="17393" y="6837"/>
                  <a:pt x="17569" y="6989"/>
                  <a:pt x="17569" y="7177"/>
                </a:cubicBezTo>
                <a:cubicBezTo>
                  <a:pt x="17569" y="7364"/>
                  <a:pt x="17393" y="7517"/>
                  <a:pt x="17177" y="7517"/>
                </a:cubicBezTo>
                <a:cubicBezTo>
                  <a:pt x="16961" y="7517"/>
                  <a:pt x="16786" y="7364"/>
                  <a:pt x="16786" y="7177"/>
                </a:cubicBezTo>
                <a:cubicBezTo>
                  <a:pt x="16786" y="6989"/>
                  <a:pt x="16961" y="6837"/>
                  <a:pt x="17177" y="6837"/>
                </a:cubicBezTo>
                <a:close/>
                <a:moveTo>
                  <a:pt x="16242" y="6837"/>
                </a:moveTo>
                <a:cubicBezTo>
                  <a:pt x="16458" y="6837"/>
                  <a:pt x="16633" y="6989"/>
                  <a:pt x="16633" y="7177"/>
                </a:cubicBezTo>
                <a:cubicBezTo>
                  <a:pt x="16633" y="7364"/>
                  <a:pt x="16458" y="7517"/>
                  <a:pt x="16242" y="7517"/>
                </a:cubicBezTo>
                <a:cubicBezTo>
                  <a:pt x="16025" y="7517"/>
                  <a:pt x="15850" y="7364"/>
                  <a:pt x="15850" y="7177"/>
                </a:cubicBezTo>
                <a:cubicBezTo>
                  <a:pt x="15850" y="6989"/>
                  <a:pt x="16025" y="6837"/>
                  <a:pt x="16242" y="6837"/>
                </a:cubicBezTo>
                <a:close/>
                <a:moveTo>
                  <a:pt x="15306" y="6837"/>
                </a:moveTo>
                <a:cubicBezTo>
                  <a:pt x="15522" y="6837"/>
                  <a:pt x="15698" y="6989"/>
                  <a:pt x="15698" y="7177"/>
                </a:cubicBezTo>
                <a:cubicBezTo>
                  <a:pt x="15698" y="7364"/>
                  <a:pt x="15522" y="7517"/>
                  <a:pt x="15306" y="7517"/>
                </a:cubicBezTo>
                <a:cubicBezTo>
                  <a:pt x="15090" y="7517"/>
                  <a:pt x="14915" y="7364"/>
                  <a:pt x="14915" y="7177"/>
                </a:cubicBezTo>
                <a:cubicBezTo>
                  <a:pt x="14915" y="6989"/>
                  <a:pt x="15090" y="6837"/>
                  <a:pt x="15306" y="6837"/>
                </a:cubicBezTo>
                <a:close/>
                <a:moveTo>
                  <a:pt x="14371" y="6837"/>
                </a:moveTo>
                <a:cubicBezTo>
                  <a:pt x="14587" y="6837"/>
                  <a:pt x="14762" y="6989"/>
                  <a:pt x="14762" y="7177"/>
                </a:cubicBezTo>
                <a:cubicBezTo>
                  <a:pt x="14762" y="7364"/>
                  <a:pt x="14587" y="7517"/>
                  <a:pt x="14371" y="7517"/>
                </a:cubicBezTo>
                <a:cubicBezTo>
                  <a:pt x="14154" y="7517"/>
                  <a:pt x="13979" y="7364"/>
                  <a:pt x="13979" y="7177"/>
                </a:cubicBezTo>
                <a:cubicBezTo>
                  <a:pt x="13979" y="6989"/>
                  <a:pt x="14154" y="6837"/>
                  <a:pt x="14371" y="6837"/>
                </a:cubicBezTo>
                <a:close/>
                <a:moveTo>
                  <a:pt x="13435" y="6837"/>
                </a:moveTo>
                <a:cubicBezTo>
                  <a:pt x="13651" y="6837"/>
                  <a:pt x="13827" y="6989"/>
                  <a:pt x="13827" y="7177"/>
                </a:cubicBezTo>
                <a:cubicBezTo>
                  <a:pt x="13827" y="7364"/>
                  <a:pt x="13651" y="7517"/>
                  <a:pt x="13435" y="7517"/>
                </a:cubicBezTo>
                <a:cubicBezTo>
                  <a:pt x="13219" y="7517"/>
                  <a:pt x="13044" y="7364"/>
                  <a:pt x="13044" y="7177"/>
                </a:cubicBezTo>
                <a:cubicBezTo>
                  <a:pt x="13044" y="6989"/>
                  <a:pt x="13219" y="6837"/>
                  <a:pt x="13435" y="6837"/>
                </a:cubicBezTo>
                <a:close/>
                <a:moveTo>
                  <a:pt x="12500" y="6837"/>
                </a:moveTo>
                <a:cubicBezTo>
                  <a:pt x="12716" y="6837"/>
                  <a:pt x="12891" y="6989"/>
                  <a:pt x="12891" y="7177"/>
                </a:cubicBezTo>
                <a:cubicBezTo>
                  <a:pt x="12891" y="7364"/>
                  <a:pt x="12716" y="7517"/>
                  <a:pt x="12500" y="7517"/>
                </a:cubicBezTo>
                <a:cubicBezTo>
                  <a:pt x="12283" y="7517"/>
                  <a:pt x="12108" y="7364"/>
                  <a:pt x="12108" y="7177"/>
                </a:cubicBezTo>
                <a:cubicBezTo>
                  <a:pt x="12108" y="6989"/>
                  <a:pt x="12283" y="6837"/>
                  <a:pt x="12500" y="6837"/>
                </a:cubicBezTo>
                <a:close/>
                <a:moveTo>
                  <a:pt x="11564" y="6837"/>
                </a:moveTo>
                <a:cubicBezTo>
                  <a:pt x="11780" y="6837"/>
                  <a:pt x="11956" y="6989"/>
                  <a:pt x="11956" y="7177"/>
                </a:cubicBezTo>
                <a:cubicBezTo>
                  <a:pt x="11956" y="7364"/>
                  <a:pt x="11780" y="7517"/>
                  <a:pt x="11564" y="7517"/>
                </a:cubicBezTo>
                <a:cubicBezTo>
                  <a:pt x="11348" y="7517"/>
                  <a:pt x="11173" y="7364"/>
                  <a:pt x="11173" y="7177"/>
                </a:cubicBezTo>
                <a:cubicBezTo>
                  <a:pt x="11173" y="6989"/>
                  <a:pt x="11348" y="6837"/>
                  <a:pt x="11564" y="6837"/>
                </a:cubicBezTo>
                <a:close/>
                <a:moveTo>
                  <a:pt x="10629" y="6837"/>
                </a:moveTo>
                <a:cubicBezTo>
                  <a:pt x="10845" y="6837"/>
                  <a:pt x="11020" y="6989"/>
                  <a:pt x="11020" y="7177"/>
                </a:cubicBezTo>
                <a:cubicBezTo>
                  <a:pt x="11020" y="7364"/>
                  <a:pt x="10845" y="7517"/>
                  <a:pt x="10629" y="7517"/>
                </a:cubicBezTo>
                <a:cubicBezTo>
                  <a:pt x="10412" y="7517"/>
                  <a:pt x="10237" y="7364"/>
                  <a:pt x="10237" y="7177"/>
                </a:cubicBezTo>
                <a:cubicBezTo>
                  <a:pt x="10237" y="6989"/>
                  <a:pt x="10412" y="6837"/>
                  <a:pt x="10629" y="6837"/>
                </a:cubicBezTo>
                <a:close/>
                <a:moveTo>
                  <a:pt x="9693" y="6837"/>
                </a:moveTo>
                <a:cubicBezTo>
                  <a:pt x="9909" y="6837"/>
                  <a:pt x="10085" y="6989"/>
                  <a:pt x="10085" y="7177"/>
                </a:cubicBezTo>
                <a:cubicBezTo>
                  <a:pt x="10085" y="7364"/>
                  <a:pt x="9909" y="7517"/>
                  <a:pt x="9693" y="7517"/>
                </a:cubicBezTo>
                <a:cubicBezTo>
                  <a:pt x="9477" y="7517"/>
                  <a:pt x="9302" y="7364"/>
                  <a:pt x="9302" y="7177"/>
                </a:cubicBezTo>
                <a:cubicBezTo>
                  <a:pt x="9302" y="6989"/>
                  <a:pt x="9477" y="6837"/>
                  <a:pt x="9693" y="6837"/>
                </a:cubicBezTo>
                <a:close/>
                <a:moveTo>
                  <a:pt x="8758" y="6837"/>
                </a:moveTo>
                <a:cubicBezTo>
                  <a:pt x="8974" y="6837"/>
                  <a:pt x="9149" y="6989"/>
                  <a:pt x="9149" y="7177"/>
                </a:cubicBezTo>
                <a:cubicBezTo>
                  <a:pt x="9149" y="7364"/>
                  <a:pt x="8974" y="7517"/>
                  <a:pt x="8758" y="7517"/>
                </a:cubicBezTo>
                <a:cubicBezTo>
                  <a:pt x="8541" y="7517"/>
                  <a:pt x="8366" y="7364"/>
                  <a:pt x="8366" y="7177"/>
                </a:cubicBezTo>
                <a:cubicBezTo>
                  <a:pt x="8366" y="6989"/>
                  <a:pt x="8541" y="6837"/>
                  <a:pt x="8758" y="6837"/>
                </a:cubicBezTo>
                <a:close/>
                <a:moveTo>
                  <a:pt x="7822" y="6837"/>
                </a:moveTo>
                <a:cubicBezTo>
                  <a:pt x="8038" y="6837"/>
                  <a:pt x="8214" y="6989"/>
                  <a:pt x="8214" y="7177"/>
                </a:cubicBezTo>
                <a:cubicBezTo>
                  <a:pt x="8214" y="7364"/>
                  <a:pt x="8038" y="7517"/>
                  <a:pt x="7822" y="7517"/>
                </a:cubicBezTo>
                <a:cubicBezTo>
                  <a:pt x="7606" y="7517"/>
                  <a:pt x="7431" y="7364"/>
                  <a:pt x="7431" y="7177"/>
                </a:cubicBezTo>
                <a:cubicBezTo>
                  <a:pt x="7431" y="6989"/>
                  <a:pt x="7606" y="6837"/>
                  <a:pt x="7822" y="6837"/>
                </a:cubicBezTo>
                <a:close/>
                <a:moveTo>
                  <a:pt x="6887" y="6837"/>
                </a:moveTo>
                <a:cubicBezTo>
                  <a:pt x="7103" y="6837"/>
                  <a:pt x="7278" y="6989"/>
                  <a:pt x="7278" y="7177"/>
                </a:cubicBezTo>
                <a:cubicBezTo>
                  <a:pt x="7278" y="7364"/>
                  <a:pt x="7103" y="7517"/>
                  <a:pt x="6887" y="7517"/>
                </a:cubicBezTo>
                <a:cubicBezTo>
                  <a:pt x="6670" y="7517"/>
                  <a:pt x="6495" y="7364"/>
                  <a:pt x="6495" y="7177"/>
                </a:cubicBezTo>
                <a:cubicBezTo>
                  <a:pt x="6495" y="6989"/>
                  <a:pt x="6670" y="6837"/>
                  <a:pt x="6887" y="6837"/>
                </a:cubicBezTo>
                <a:close/>
                <a:moveTo>
                  <a:pt x="5951" y="6837"/>
                </a:moveTo>
                <a:cubicBezTo>
                  <a:pt x="6167" y="6837"/>
                  <a:pt x="6343" y="6989"/>
                  <a:pt x="6343" y="7177"/>
                </a:cubicBezTo>
                <a:cubicBezTo>
                  <a:pt x="6343" y="7364"/>
                  <a:pt x="6167" y="7517"/>
                  <a:pt x="5951" y="7517"/>
                </a:cubicBezTo>
                <a:cubicBezTo>
                  <a:pt x="5735" y="7517"/>
                  <a:pt x="5560" y="7364"/>
                  <a:pt x="5560" y="7177"/>
                </a:cubicBezTo>
                <a:cubicBezTo>
                  <a:pt x="5560" y="6989"/>
                  <a:pt x="5735" y="6837"/>
                  <a:pt x="5951" y="6837"/>
                </a:cubicBezTo>
                <a:close/>
                <a:moveTo>
                  <a:pt x="5016" y="6837"/>
                </a:moveTo>
                <a:cubicBezTo>
                  <a:pt x="5232" y="6837"/>
                  <a:pt x="5407" y="6989"/>
                  <a:pt x="5407" y="7177"/>
                </a:cubicBezTo>
                <a:cubicBezTo>
                  <a:pt x="5407" y="7364"/>
                  <a:pt x="5232" y="7517"/>
                  <a:pt x="5016" y="7517"/>
                </a:cubicBezTo>
                <a:cubicBezTo>
                  <a:pt x="4799" y="7517"/>
                  <a:pt x="4624" y="7364"/>
                  <a:pt x="4624" y="7177"/>
                </a:cubicBezTo>
                <a:cubicBezTo>
                  <a:pt x="4624" y="6989"/>
                  <a:pt x="4799" y="6837"/>
                  <a:pt x="5016" y="6837"/>
                </a:cubicBezTo>
                <a:close/>
                <a:moveTo>
                  <a:pt x="4080" y="6837"/>
                </a:moveTo>
                <a:cubicBezTo>
                  <a:pt x="4296" y="6837"/>
                  <a:pt x="4472" y="6989"/>
                  <a:pt x="4472" y="7177"/>
                </a:cubicBezTo>
                <a:cubicBezTo>
                  <a:pt x="4472" y="7364"/>
                  <a:pt x="4296" y="7517"/>
                  <a:pt x="4080" y="7517"/>
                </a:cubicBezTo>
                <a:cubicBezTo>
                  <a:pt x="3864" y="7517"/>
                  <a:pt x="3689" y="7364"/>
                  <a:pt x="3689" y="7177"/>
                </a:cubicBezTo>
                <a:cubicBezTo>
                  <a:pt x="3689" y="6989"/>
                  <a:pt x="3864" y="6837"/>
                  <a:pt x="4080" y="6837"/>
                </a:cubicBezTo>
                <a:close/>
                <a:moveTo>
                  <a:pt x="3145" y="6837"/>
                </a:moveTo>
                <a:cubicBezTo>
                  <a:pt x="3361" y="6837"/>
                  <a:pt x="3536" y="6989"/>
                  <a:pt x="3536" y="7177"/>
                </a:cubicBezTo>
                <a:cubicBezTo>
                  <a:pt x="3536" y="7364"/>
                  <a:pt x="3361" y="7517"/>
                  <a:pt x="3145" y="7517"/>
                </a:cubicBezTo>
                <a:cubicBezTo>
                  <a:pt x="2928" y="7517"/>
                  <a:pt x="2753" y="7364"/>
                  <a:pt x="2753" y="7177"/>
                </a:cubicBezTo>
                <a:cubicBezTo>
                  <a:pt x="2753" y="6989"/>
                  <a:pt x="2928" y="6837"/>
                  <a:pt x="3145" y="6837"/>
                </a:cubicBezTo>
                <a:close/>
                <a:moveTo>
                  <a:pt x="2209" y="6837"/>
                </a:moveTo>
                <a:cubicBezTo>
                  <a:pt x="2425" y="6837"/>
                  <a:pt x="2601" y="6989"/>
                  <a:pt x="2601" y="7177"/>
                </a:cubicBezTo>
                <a:cubicBezTo>
                  <a:pt x="2601" y="7364"/>
                  <a:pt x="2425" y="7517"/>
                  <a:pt x="2209" y="7517"/>
                </a:cubicBezTo>
                <a:cubicBezTo>
                  <a:pt x="1994" y="7517"/>
                  <a:pt x="1819" y="7364"/>
                  <a:pt x="1819" y="7177"/>
                </a:cubicBezTo>
                <a:cubicBezTo>
                  <a:pt x="1819" y="6989"/>
                  <a:pt x="1994" y="6837"/>
                  <a:pt x="2209" y="6837"/>
                </a:cubicBezTo>
                <a:close/>
                <a:moveTo>
                  <a:pt x="1275" y="6837"/>
                </a:moveTo>
                <a:cubicBezTo>
                  <a:pt x="1491" y="6837"/>
                  <a:pt x="1667" y="6989"/>
                  <a:pt x="1667" y="7177"/>
                </a:cubicBezTo>
                <a:cubicBezTo>
                  <a:pt x="1667" y="7364"/>
                  <a:pt x="1491" y="7517"/>
                  <a:pt x="1275" y="7517"/>
                </a:cubicBezTo>
                <a:cubicBezTo>
                  <a:pt x="1059" y="7517"/>
                  <a:pt x="884" y="7364"/>
                  <a:pt x="884" y="7177"/>
                </a:cubicBezTo>
                <a:cubicBezTo>
                  <a:pt x="884" y="6989"/>
                  <a:pt x="1059" y="6837"/>
                  <a:pt x="1275" y="6837"/>
                </a:cubicBezTo>
                <a:close/>
                <a:moveTo>
                  <a:pt x="340" y="6837"/>
                </a:moveTo>
                <a:cubicBezTo>
                  <a:pt x="556" y="6837"/>
                  <a:pt x="731" y="6989"/>
                  <a:pt x="731" y="7177"/>
                </a:cubicBezTo>
                <a:cubicBezTo>
                  <a:pt x="731" y="7364"/>
                  <a:pt x="556" y="7517"/>
                  <a:pt x="340" y="7517"/>
                </a:cubicBezTo>
                <a:cubicBezTo>
                  <a:pt x="232" y="7517"/>
                  <a:pt x="134" y="7479"/>
                  <a:pt x="63" y="7417"/>
                </a:cubicBezTo>
                <a:lnTo>
                  <a:pt x="0" y="7285"/>
                </a:lnTo>
                <a:lnTo>
                  <a:pt x="0" y="7068"/>
                </a:lnTo>
                <a:lnTo>
                  <a:pt x="63" y="6936"/>
                </a:lnTo>
                <a:cubicBezTo>
                  <a:pt x="134" y="6875"/>
                  <a:pt x="232" y="6837"/>
                  <a:pt x="340" y="6837"/>
                </a:cubicBezTo>
                <a:close/>
                <a:moveTo>
                  <a:pt x="21521" y="6155"/>
                </a:moveTo>
                <a:lnTo>
                  <a:pt x="21508" y="6371"/>
                </a:lnTo>
                <a:lnTo>
                  <a:pt x="21463" y="6276"/>
                </a:lnTo>
                <a:close/>
                <a:moveTo>
                  <a:pt x="20919" y="5936"/>
                </a:moveTo>
                <a:cubicBezTo>
                  <a:pt x="21135" y="5936"/>
                  <a:pt x="21311" y="6088"/>
                  <a:pt x="21311" y="6276"/>
                </a:cubicBezTo>
                <a:cubicBezTo>
                  <a:pt x="21311" y="6464"/>
                  <a:pt x="21135" y="6616"/>
                  <a:pt x="20919" y="6616"/>
                </a:cubicBezTo>
                <a:cubicBezTo>
                  <a:pt x="20703" y="6616"/>
                  <a:pt x="20528" y="6464"/>
                  <a:pt x="20528" y="6276"/>
                </a:cubicBezTo>
                <a:cubicBezTo>
                  <a:pt x="20528" y="6088"/>
                  <a:pt x="20703" y="5936"/>
                  <a:pt x="20919" y="5936"/>
                </a:cubicBezTo>
                <a:close/>
                <a:moveTo>
                  <a:pt x="19984" y="5936"/>
                </a:moveTo>
                <a:cubicBezTo>
                  <a:pt x="20200" y="5936"/>
                  <a:pt x="20375" y="6088"/>
                  <a:pt x="20375" y="6276"/>
                </a:cubicBezTo>
                <a:cubicBezTo>
                  <a:pt x="20375" y="6464"/>
                  <a:pt x="20200" y="6616"/>
                  <a:pt x="19984" y="6616"/>
                </a:cubicBezTo>
                <a:cubicBezTo>
                  <a:pt x="19767" y="6616"/>
                  <a:pt x="19592" y="6464"/>
                  <a:pt x="19592" y="6276"/>
                </a:cubicBezTo>
                <a:cubicBezTo>
                  <a:pt x="19592" y="6088"/>
                  <a:pt x="19767" y="5936"/>
                  <a:pt x="19984" y="5936"/>
                </a:cubicBezTo>
                <a:close/>
                <a:moveTo>
                  <a:pt x="19048" y="5936"/>
                </a:moveTo>
                <a:cubicBezTo>
                  <a:pt x="19264" y="5936"/>
                  <a:pt x="19440" y="6088"/>
                  <a:pt x="19440" y="6276"/>
                </a:cubicBezTo>
                <a:cubicBezTo>
                  <a:pt x="19440" y="6464"/>
                  <a:pt x="19264" y="6616"/>
                  <a:pt x="19048" y="6616"/>
                </a:cubicBezTo>
                <a:cubicBezTo>
                  <a:pt x="18832" y="6616"/>
                  <a:pt x="18657" y="6464"/>
                  <a:pt x="18657" y="6276"/>
                </a:cubicBezTo>
                <a:cubicBezTo>
                  <a:pt x="18657" y="6088"/>
                  <a:pt x="18832" y="5936"/>
                  <a:pt x="19048" y="5936"/>
                </a:cubicBezTo>
                <a:close/>
                <a:moveTo>
                  <a:pt x="18113" y="5936"/>
                </a:moveTo>
                <a:cubicBezTo>
                  <a:pt x="18329" y="5936"/>
                  <a:pt x="18504" y="6088"/>
                  <a:pt x="18504" y="6276"/>
                </a:cubicBezTo>
                <a:cubicBezTo>
                  <a:pt x="18504" y="6464"/>
                  <a:pt x="18329" y="6616"/>
                  <a:pt x="18113" y="6616"/>
                </a:cubicBezTo>
                <a:cubicBezTo>
                  <a:pt x="17896" y="6616"/>
                  <a:pt x="17721" y="6464"/>
                  <a:pt x="17721" y="6276"/>
                </a:cubicBezTo>
                <a:cubicBezTo>
                  <a:pt x="17721" y="6088"/>
                  <a:pt x="17896" y="5936"/>
                  <a:pt x="18113" y="5936"/>
                </a:cubicBezTo>
                <a:close/>
                <a:moveTo>
                  <a:pt x="17177" y="5936"/>
                </a:moveTo>
                <a:cubicBezTo>
                  <a:pt x="17393" y="5936"/>
                  <a:pt x="17569" y="6088"/>
                  <a:pt x="17569" y="6276"/>
                </a:cubicBezTo>
                <a:cubicBezTo>
                  <a:pt x="17569" y="6464"/>
                  <a:pt x="17393" y="6616"/>
                  <a:pt x="17177" y="6616"/>
                </a:cubicBezTo>
                <a:cubicBezTo>
                  <a:pt x="16961" y="6616"/>
                  <a:pt x="16786" y="6464"/>
                  <a:pt x="16786" y="6276"/>
                </a:cubicBezTo>
                <a:cubicBezTo>
                  <a:pt x="16786" y="6088"/>
                  <a:pt x="16961" y="5936"/>
                  <a:pt x="17177" y="5936"/>
                </a:cubicBezTo>
                <a:close/>
                <a:moveTo>
                  <a:pt x="16242" y="5936"/>
                </a:moveTo>
                <a:cubicBezTo>
                  <a:pt x="16458" y="5936"/>
                  <a:pt x="16633" y="6088"/>
                  <a:pt x="16633" y="6276"/>
                </a:cubicBezTo>
                <a:cubicBezTo>
                  <a:pt x="16633" y="6464"/>
                  <a:pt x="16458" y="6616"/>
                  <a:pt x="16242" y="6616"/>
                </a:cubicBezTo>
                <a:cubicBezTo>
                  <a:pt x="16025" y="6616"/>
                  <a:pt x="15850" y="6464"/>
                  <a:pt x="15850" y="6276"/>
                </a:cubicBezTo>
                <a:cubicBezTo>
                  <a:pt x="15850" y="6088"/>
                  <a:pt x="16025" y="5936"/>
                  <a:pt x="16242" y="5936"/>
                </a:cubicBezTo>
                <a:close/>
                <a:moveTo>
                  <a:pt x="15306" y="5936"/>
                </a:moveTo>
                <a:cubicBezTo>
                  <a:pt x="15522" y="5936"/>
                  <a:pt x="15698" y="6088"/>
                  <a:pt x="15698" y="6276"/>
                </a:cubicBezTo>
                <a:cubicBezTo>
                  <a:pt x="15698" y="6464"/>
                  <a:pt x="15522" y="6616"/>
                  <a:pt x="15306" y="6616"/>
                </a:cubicBezTo>
                <a:cubicBezTo>
                  <a:pt x="15090" y="6616"/>
                  <a:pt x="14915" y="6464"/>
                  <a:pt x="14915" y="6276"/>
                </a:cubicBezTo>
                <a:cubicBezTo>
                  <a:pt x="14915" y="6088"/>
                  <a:pt x="15090" y="5936"/>
                  <a:pt x="15306" y="5936"/>
                </a:cubicBezTo>
                <a:close/>
                <a:moveTo>
                  <a:pt x="14371" y="5936"/>
                </a:moveTo>
                <a:cubicBezTo>
                  <a:pt x="14587" y="5936"/>
                  <a:pt x="14762" y="6088"/>
                  <a:pt x="14762" y="6276"/>
                </a:cubicBezTo>
                <a:cubicBezTo>
                  <a:pt x="14762" y="6464"/>
                  <a:pt x="14587" y="6616"/>
                  <a:pt x="14371" y="6616"/>
                </a:cubicBezTo>
                <a:cubicBezTo>
                  <a:pt x="14154" y="6616"/>
                  <a:pt x="13979" y="6464"/>
                  <a:pt x="13979" y="6276"/>
                </a:cubicBezTo>
                <a:cubicBezTo>
                  <a:pt x="13979" y="6088"/>
                  <a:pt x="14154" y="5936"/>
                  <a:pt x="14371" y="5936"/>
                </a:cubicBezTo>
                <a:close/>
                <a:moveTo>
                  <a:pt x="13435" y="5936"/>
                </a:moveTo>
                <a:cubicBezTo>
                  <a:pt x="13651" y="5936"/>
                  <a:pt x="13827" y="6088"/>
                  <a:pt x="13827" y="6276"/>
                </a:cubicBezTo>
                <a:cubicBezTo>
                  <a:pt x="13827" y="6464"/>
                  <a:pt x="13651" y="6616"/>
                  <a:pt x="13435" y="6616"/>
                </a:cubicBezTo>
                <a:cubicBezTo>
                  <a:pt x="13219" y="6616"/>
                  <a:pt x="13044" y="6464"/>
                  <a:pt x="13044" y="6276"/>
                </a:cubicBezTo>
                <a:cubicBezTo>
                  <a:pt x="13044" y="6088"/>
                  <a:pt x="13219" y="5936"/>
                  <a:pt x="13435" y="5936"/>
                </a:cubicBezTo>
                <a:close/>
                <a:moveTo>
                  <a:pt x="12500" y="5936"/>
                </a:moveTo>
                <a:cubicBezTo>
                  <a:pt x="12716" y="5936"/>
                  <a:pt x="12891" y="6088"/>
                  <a:pt x="12891" y="6276"/>
                </a:cubicBezTo>
                <a:cubicBezTo>
                  <a:pt x="12891" y="6464"/>
                  <a:pt x="12716" y="6616"/>
                  <a:pt x="12500" y="6616"/>
                </a:cubicBezTo>
                <a:cubicBezTo>
                  <a:pt x="12283" y="6616"/>
                  <a:pt x="12108" y="6464"/>
                  <a:pt x="12108" y="6276"/>
                </a:cubicBezTo>
                <a:cubicBezTo>
                  <a:pt x="12108" y="6088"/>
                  <a:pt x="12283" y="5936"/>
                  <a:pt x="12500" y="5936"/>
                </a:cubicBezTo>
                <a:close/>
                <a:moveTo>
                  <a:pt x="11564" y="5936"/>
                </a:moveTo>
                <a:cubicBezTo>
                  <a:pt x="11780" y="5936"/>
                  <a:pt x="11956" y="6088"/>
                  <a:pt x="11956" y="6276"/>
                </a:cubicBezTo>
                <a:cubicBezTo>
                  <a:pt x="11956" y="6464"/>
                  <a:pt x="11780" y="6616"/>
                  <a:pt x="11564" y="6616"/>
                </a:cubicBezTo>
                <a:cubicBezTo>
                  <a:pt x="11348" y="6616"/>
                  <a:pt x="11173" y="6464"/>
                  <a:pt x="11173" y="6276"/>
                </a:cubicBezTo>
                <a:cubicBezTo>
                  <a:pt x="11173" y="6088"/>
                  <a:pt x="11348" y="5936"/>
                  <a:pt x="11564" y="5936"/>
                </a:cubicBezTo>
                <a:close/>
                <a:moveTo>
                  <a:pt x="10629" y="5936"/>
                </a:moveTo>
                <a:cubicBezTo>
                  <a:pt x="10845" y="5936"/>
                  <a:pt x="11020" y="6088"/>
                  <a:pt x="11020" y="6276"/>
                </a:cubicBezTo>
                <a:cubicBezTo>
                  <a:pt x="11020" y="6464"/>
                  <a:pt x="10845" y="6616"/>
                  <a:pt x="10629" y="6616"/>
                </a:cubicBezTo>
                <a:cubicBezTo>
                  <a:pt x="10412" y="6616"/>
                  <a:pt x="10237" y="6464"/>
                  <a:pt x="10237" y="6276"/>
                </a:cubicBezTo>
                <a:cubicBezTo>
                  <a:pt x="10237" y="6088"/>
                  <a:pt x="10412" y="5936"/>
                  <a:pt x="10629" y="5936"/>
                </a:cubicBezTo>
                <a:close/>
                <a:moveTo>
                  <a:pt x="9693" y="5936"/>
                </a:moveTo>
                <a:cubicBezTo>
                  <a:pt x="9909" y="5936"/>
                  <a:pt x="10085" y="6088"/>
                  <a:pt x="10085" y="6276"/>
                </a:cubicBezTo>
                <a:cubicBezTo>
                  <a:pt x="10085" y="6464"/>
                  <a:pt x="9909" y="6616"/>
                  <a:pt x="9693" y="6616"/>
                </a:cubicBezTo>
                <a:cubicBezTo>
                  <a:pt x="9477" y="6616"/>
                  <a:pt x="9302" y="6464"/>
                  <a:pt x="9302" y="6276"/>
                </a:cubicBezTo>
                <a:cubicBezTo>
                  <a:pt x="9302" y="6088"/>
                  <a:pt x="9477" y="5936"/>
                  <a:pt x="9693" y="5936"/>
                </a:cubicBezTo>
                <a:close/>
                <a:moveTo>
                  <a:pt x="8758" y="5936"/>
                </a:moveTo>
                <a:cubicBezTo>
                  <a:pt x="8974" y="5936"/>
                  <a:pt x="9149" y="6088"/>
                  <a:pt x="9149" y="6276"/>
                </a:cubicBezTo>
                <a:cubicBezTo>
                  <a:pt x="9149" y="6464"/>
                  <a:pt x="8974" y="6616"/>
                  <a:pt x="8758" y="6616"/>
                </a:cubicBezTo>
                <a:cubicBezTo>
                  <a:pt x="8541" y="6616"/>
                  <a:pt x="8366" y="6464"/>
                  <a:pt x="8366" y="6276"/>
                </a:cubicBezTo>
                <a:cubicBezTo>
                  <a:pt x="8366" y="6088"/>
                  <a:pt x="8541" y="5936"/>
                  <a:pt x="8758" y="5936"/>
                </a:cubicBezTo>
                <a:close/>
                <a:moveTo>
                  <a:pt x="7822" y="5936"/>
                </a:moveTo>
                <a:cubicBezTo>
                  <a:pt x="8038" y="5936"/>
                  <a:pt x="8214" y="6088"/>
                  <a:pt x="8214" y="6276"/>
                </a:cubicBezTo>
                <a:cubicBezTo>
                  <a:pt x="8214" y="6464"/>
                  <a:pt x="8038" y="6616"/>
                  <a:pt x="7822" y="6616"/>
                </a:cubicBezTo>
                <a:cubicBezTo>
                  <a:pt x="7606" y="6616"/>
                  <a:pt x="7431" y="6464"/>
                  <a:pt x="7431" y="6276"/>
                </a:cubicBezTo>
                <a:cubicBezTo>
                  <a:pt x="7431" y="6088"/>
                  <a:pt x="7606" y="5936"/>
                  <a:pt x="7822" y="5936"/>
                </a:cubicBezTo>
                <a:close/>
                <a:moveTo>
                  <a:pt x="6887" y="5936"/>
                </a:moveTo>
                <a:cubicBezTo>
                  <a:pt x="7103" y="5936"/>
                  <a:pt x="7278" y="6088"/>
                  <a:pt x="7278" y="6276"/>
                </a:cubicBezTo>
                <a:cubicBezTo>
                  <a:pt x="7278" y="6464"/>
                  <a:pt x="7103" y="6616"/>
                  <a:pt x="6887" y="6616"/>
                </a:cubicBezTo>
                <a:cubicBezTo>
                  <a:pt x="6670" y="6616"/>
                  <a:pt x="6495" y="6464"/>
                  <a:pt x="6495" y="6276"/>
                </a:cubicBezTo>
                <a:cubicBezTo>
                  <a:pt x="6495" y="6088"/>
                  <a:pt x="6670" y="5936"/>
                  <a:pt x="6887" y="5936"/>
                </a:cubicBezTo>
                <a:close/>
                <a:moveTo>
                  <a:pt x="5951" y="5936"/>
                </a:moveTo>
                <a:cubicBezTo>
                  <a:pt x="6167" y="5936"/>
                  <a:pt x="6343" y="6088"/>
                  <a:pt x="6343" y="6276"/>
                </a:cubicBezTo>
                <a:cubicBezTo>
                  <a:pt x="6343" y="6464"/>
                  <a:pt x="6167" y="6616"/>
                  <a:pt x="5951" y="6616"/>
                </a:cubicBezTo>
                <a:cubicBezTo>
                  <a:pt x="5735" y="6616"/>
                  <a:pt x="5560" y="6464"/>
                  <a:pt x="5560" y="6276"/>
                </a:cubicBezTo>
                <a:cubicBezTo>
                  <a:pt x="5560" y="6088"/>
                  <a:pt x="5735" y="5936"/>
                  <a:pt x="5951" y="5936"/>
                </a:cubicBezTo>
                <a:close/>
                <a:moveTo>
                  <a:pt x="5016" y="5936"/>
                </a:moveTo>
                <a:cubicBezTo>
                  <a:pt x="5232" y="5936"/>
                  <a:pt x="5407" y="6088"/>
                  <a:pt x="5407" y="6276"/>
                </a:cubicBezTo>
                <a:cubicBezTo>
                  <a:pt x="5407" y="6464"/>
                  <a:pt x="5232" y="6616"/>
                  <a:pt x="5016" y="6616"/>
                </a:cubicBezTo>
                <a:cubicBezTo>
                  <a:pt x="4799" y="6616"/>
                  <a:pt x="4624" y="6464"/>
                  <a:pt x="4624" y="6276"/>
                </a:cubicBezTo>
                <a:cubicBezTo>
                  <a:pt x="4624" y="6088"/>
                  <a:pt x="4799" y="5936"/>
                  <a:pt x="5016" y="5936"/>
                </a:cubicBezTo>
                <a:close/>
                <a:moveTo>
                  <a:pt x="4080" y="5936"/>
                </a:moveTo>
                <a:cubicBezTo>
                  <a:pt x="4296" y="5936"/>
                  <a:pt x="4472" y="6088"/>
                  <a:pt x="4472" y="6276"/>
                </a:cubicBezTo>
                <a:cubicBezTo>
                  <a:pt x="4472" y="6464"/>
                  <a:pt x="4296" y="6616"/>
                  <a:pt x="4080" y="6616"/>
                </a:cubicBezTo>
                <a:cubicBezTo>
                  <a:pt x="3864" y="6616"/>
                  <a:pt x="3689" y="6464"/>
                  <a:pt x="3689" y="6276"/>
                </a:cubicBezTo>
                <a:cubicBezTo>
                  <a:pt x="3689" y="6088"/>
                  <a:pt x="3864" y="5936"/>
                  <a:pt x="4080" y="5936"/>
                </a:cubicBezTo>
                <a:close/>
                <a:moveTo>
                  <a:pt x="3145" y="5936"/>
                </a:moveTo>
                <a:cubicBezTo>
                  <a:pt x="3361" y="5936"/>
                  <a:pt x="3536" y="6088"/>
                  <a:pt x="3536" y="6276"/>
                </a:cubicBezTo>
                <a:cubicBezTo>
                  <a:pt x="3536" y="6464"/>
                  <a:pt x="3361" y="6616"/>
                  <a:pt x="3145" y="6616"/>
                </a:cubicBezTo>
                <a:cubicBezTo>
                  <a:pt x="2928" y="6616"/>
                  <a:pt x="2753" y="6464"/>
                  <a:pt x="2753" y="6276"/>
                </a:cubicBezTo>
                <a:cubicBezTo>
                  <a:pt x="2753" y="6088"/>
                  <a:pt x="2928" y="5936"/>
                  <a:pt x="3145" y="5936"/>
                </a:cubicBezTo>
                <a:close/>
                <a:moveTo>
                  <a:pt x="2209" y="5936"/>
                </a:moveTo>
                <a:cubicBezTo>
                  <a:pt x="2425" y="5936"/>
                  <a:pt x="2601" y="6088"/>
                  <a:pt x="2601" y="6276"/>
                </a:cubicBezTo>
                <a:cubicBezTo>
                  <a:pt x="2601" y="6464"/>
                  <a:pt x="2425" y="6616"/>
                  <a:pt x="2209" y="6616"/>
                </a:cubicBezTo>
                <a:cubicBezTo>
                  <a:pt x="1994" y="6616"/>
                  <a:pt x="1819" y="6464"/>
                  <a:pt x="1819" y="6276"/>
                </a:cubicBezTo>
                <a:cubicBezTo>
                  <a:pt x="1819" y="6088"/>
                  <a:pt x="1994" y="5936"/>
                  <a:pt x="2209" y="5936"/>
                </a:cubicBezTo>
                <a:close/>
                <a:moveTo>
                  <a:pt x="1275" y="5936"/>
                </a:moveTo>
                <a:cubicBezTo>
                  <a:pt x="1491" y="5936"/>
                  <a:pt x="1667" y="6088"/>
                  <a:pt x="1667" y="6276"/>
                </a:cubicBezTo>
                <a:cubicBezTo>
                  <a:pt x="1667" y="6464"/>
                  <a:pt x="1491" y="6616"/>
                  <a:pt x="1275" y="6616"/>
                </a:cubicBezTo>
                <a:cubicBezTo>
                  <a:pt x="1059" y="6616"/>
                  <a:pt x="884" y="6464"/>
                  <a:pt x="884" y="6276"/>
                </a:cubicBezTo>
                <a:cubicBezTo>
                  <a:pt x="884" y="6088"/>
                  <a:pt x="1059" y="5936"/>
                  <a:pt x="1275" y="5936"/>
                </a:cubicBezTo>
                <a:close/>
                <a:moveTo>
                  <a:pt x="340" y="5936"/>
                </a:moveTo>
                <a:cubicBezTo>
                  <a:pt x="556" y="5936"/>
                  <a:pt x="731" y="6088"/>
                  <a:pt x="731" y="6276"/>
                </a:cubicBezTo>
                <a:cubicBezTo>
                  <a:pt x="731" y="6464"/>
                  <a:pt x="556" y="6616"/>
                  <a:pt x="340" y="6616"/>
                </a:cubicBezTo>
                <a:cubicBezTo>
                  <a:pt x="232" y="6616"/>
                  <a:pt x="134" y="6578"/>
                  <a:pt x="63" y="6516"/>
                </a:cubicBezTo>
                <a:lnTo>
                  <a:pt x="0" y="6384"/>
                </a:lnTo>
                <a:lnTo>
                  <a:pt x="0" y="6167"/>
                </a:lnTo>
                <a:lnTo>
                  <a:pt x="63" y="6035"/>
                </a:lnTo>
                <a:cubicBezTo>
                  <a:pt x="134" y="5974"/>
                  <a:pt x="232" y="5936"/>
                  <a:pt x="340" y="5936"/>
                </a:cubicBezTo>
                <a:close/>
                <a:moveTo>
                  <a:pt x="21580" y="5133"/>
                </a:moveTo>
                <a:lnTo>
                  <a:pt x="21555" y="5568"/>
                </a:lnTo>
                <a:lnTo>
                  <a:pt x="21463" y="5375"/>
                </a:lnTo>
                <a:cubicBezTo>
                  <a:pt x="21463" y="5281"/>
                  <a:pt x="21507" y="5196"/>
                  <a:pt x="21578" y="5135"/>
                </a:cubicBezTo>
                <a:close/>
                <a:moveTo>
                  <a:pt x="20919" y="5035"/>
                </a:moveTo>
                <a:cubicBezTo>
                  <a:pt x="21135" y="5035"/>
                  <a:pt x="21311" y="5187"/>
                  <a:pt x="21311" y="5375"/>
                </a:cubicBezTo>
                <a:cubicBezTo>
                  <a:pt x="21311" y="5563"/>
                  <a:pt x="21135" y="5715"/>
                  <a:pt x="20919" y="5715"/>
                </a:cubicBezTo>
                <a:cubicBezTo>
                  <a:pt x="20703" y="5715"/>
                  <a:pt x="20528" y="5563"/>
                  <a:pt x="20528" y="5375"/>
                </a:cubicBezTo>
                <a:cubicBezTo>
                  <a:pt x="20528" y="5187"/>
                  <a:pt x="20703" y="5035"/>
                  <a:pt x="20919" y="5035"/>
                </a:cubicBezTo>
                <a:close/>
                <a:moveTo>
                  <a:pt x="19984" y="5035"/>
                </a:moveTo>
                <a:cubicBezTo>
                  <a:pt x="20200" y="5035"/>
                  <a:pt x="20375" y="5187"/>
                  <a:pt x="20375" y="5375"/>
                </a:cubicBezTo>
                <a:cubicBezTo>
                  <a:pt x="20375" y="5563"/>
                  <a:pt x="20200" y="5715"/>
                  <a:pt x="19984" y="5715"/>
                </a:cubicBezTo>
                <a:cubicBezTo>
                  <a:pt x="19767" y="5715"/>
                  <a:pt x="19592" y="5563"/>
                  <a:pt x="19592" y="5375"/>
                </a:cubicBezTo>
                <a:cubicBezTo>
                  <a:pt x="19592" y="5187"/>
                  <a:pt x="19767" y="5035"/>
                  <a:pt x="19984" y="5035"/>
                </a:cubicBezTo>
                <a:close/>
                <a:moveTo>
                  <a:pt x="19048" y="5035"/>
                </a:moveTo>
                <a:cubicBezTo>
                  <a:pt x="19264" y="5035"/>
                  <a:pt x="19440" y="5187"/>
                  <a:pt x="19440" y="5375"/>
                </a:cubicBezTo>
                <a:cubicBezTo>
                  <a:pt x="19440" y="5563"/>
                  <a:pt x="19264" y="5715"/>
                  <a:pt x="19048" y="5715"/>
                </a:cubicBezTo>
                <a:cubicBezTo>
                  <a:pt x="18832" y="5715"/>
                  <a:pt x="18657" y="5563"/>
                  <a:pt x="18657" y="5375"/>
                </a:cubicBezTo>
                <a:cubicBezTo>
                  <a:pt x="18657" y="5187"/>
                  <a:pt x="18832" y="5035"/>
                  <a:pt x="19048" y="5035"/>
                </a:cubicBezTo>
                <a:close/>
                <a:moveTo>
                  <a:pt x="18113" y="5035"/>
                </a:moveTo>
                <a:cubicBezTo>
                  <a:pt x="18329" y="5035"/>
                  <a:pt x="18504" y="5187"/>
                  <a:pt x="18504" y="5375"/>
                </a:cubicBezTo>
                <a:cubicBezTo>
                  <a:pt x="18504" y="5563"/>
                  <a:pt x="18329" y="5715"/>
                  <a:pt x="18113" y="5715"/>
                </a:cubicBezTo>
                <a:cubicBezTo>
                  <a:pt x="17896" y="5715"/>
                  <a:pt x="17721" y="5563"/>
                  <a:pt x="17721" y="5375"/>
                </a:cubicBezTo>
                <a:cubicBezTo>
                  <a:pt x="17721" y="5187"/>
                  <a:pt x="17896" y="5035"/>
                  <a:pt x="18113" y="5035"/>
                </a:cubicBezTo>
                <a:close/>
                <a:moveTo>
                  <a:pt x="17177" y="5035"/>
                </a:moveTo>
                <a:cubicBezTo>
                  <a:pt x="17393" y="5035"/>
                  <a:pt x="17569" y="5187"/>
                  <a:pt x="17569" y="5375"/>
                </a:cubicBezTo>
                <a:cubicBezTo>
                  <a:pt x="17569" y="5563"/>
                  <a:pt x="17393" y="5715"/>
                  <a:pt x="17177" y="5715"/>
                </a:cubicBezTo>
                <a:cubicBezTo>
                  <a:pt x="16961" y="5715"/>
                  <a:pt x="16786" y="5563"/>
                  <a:pt x="16786" y="5375"/>
                </a:cubicBezTo>
                <a:cubicBezTo>
                  <a:pt x="16786" y="5187"/>
                  <a:pt x="16961" y="5035"/>
                  <a:pt x="17177" y="5035"/>
                </a:cubicBezTo>
                <a:close/>
                <a:moveTo>
                  <a:pt x="16242" y="5035"/>
                </a:moveTo>
                <a:cubicBezTo>
                  <a:pt x="16458" y="5035"/>
                  <a:pt x="16633" y="5187"/>
                  <a:pt x="16633" y="5375"/>
                </a:cubicBezTo>
                <a:cubicBezTo>
                  <a:pt x="16633" y="5563"/>
                  <a:pt x="16458" y="5715"/>
                  <a:pt x="16242" y="5715"/>
                </a:cubicBezTo>
                <a:cubicBezTo>
                  <a:pt x="16025" y="5715"/>
                  <a:pt x="15850" y="5563"/>
                  <a:pt x="15850" y="5375"/>
                </a:cubicBezTo>
                <a:cubicBezTo>
                  <a:pt x="15850" y="5187"/>
                  <a:pt x="16025" y="5035"/>
                  <a:pt x="16242" y="5035"/>
                </a:cubicBezTo>
                <a:close/>
                <a:moveTo>
                  <a:pt x="15306" y="5035"/>
                </a:moveTo>
                <a:cubicBezTo>
                  <a:pt x="15522" y="5035"/>
                  <a:pt x="15698" y="5187"/>
                  <a:pt x="15698" y="5375"/>
                </a:cubicBezTo>
                <a:cubicBezTo>
                  <a:pt x="15698" y="5563"/>
                  <a:pt x="15522" y="5715"/>
                  <a:pt x="15306" y="5715"/>
                </a:cubicBezTo>
                <a:cubicBezTo>
                  <a:pt x="15090" y="5715"/>
                  <a:pt x="14915" y="5563"/>
                  <a:pt x="14915" y="5375"/>
                </a:cubicBezTo>
                <a:cubicBezTo>
                  <a:pt x="14915" y="5187"/>
                  <a:pt x="15090" y="5035"/>
                  <a:pt x="15306" y="5035"/>
                </a:cubicBezTo>
                <a:close/>
                <a:moveTo>
                  <a:pt x="14371" y="5035"/>
                </a:moveTo>
                <a:cubicBezTo>
                  <a:pt x="14587" y="5035"/>
                  <a:pt x="14762" y="5187"/>
                  <a:pt x="14762" y="5375"/>
                </a:cubicBezTo>
                <a:cubicBezTo>
                  <a:pt x="14762" y="5563"/>
                  <a:pt x="14587" y="5715"/>
                  <a:pt x="14371" y="5715"/>
                </a:cubicBezTo>
                <a:cubicBezTo>
                  <a:pt x="14154" y="5715"/>
                  <a:pt x="13979" y="5563"/>
                  <a:pt x="13979" y="5375"/>
                </a:cubicBezTo>
                <a:cubicBezTo>
                  <a:pt x="13979" y="5187"/>
                  <a:pt x="14154" y="5035"/>
                  <a:pt x="14371" y="5035"/>
                </a:cubicBezTo>
                <a:close/>
                <a:moveTo>
                  <a:pt x="13435" y="5035"/>
                </a:moveTo>
                <a:cubicBezTo>
                  <a:pt x="13651" y="5035"/>
                  <a:pt x="13827" y="5187"/>
                  <a:pt x="13827" y="5375"/>
                </a:cubicBezTo>
                <a:cubicBezTo>
                  <a:pt x="13827" y="5563"/>
                  <a:pt x="13651" y="5715"/>
                  <a:pt x="13435" y="5715"/>
                </a:cubicBezTo>
                <a:cubicBezTo>
                  <a:pt x="13219" y="5715"/>
                  <a:pt x="13044" y="5563"/>
                  <a:pt x="13044" y="5375"/>
                </a:cubicBezTo>
                <a:cubicBezTo>
                  <a:pt x="13044" y="5187"/>
                  <a:pt x="13219" y="5035"/>
                  <a:pt x="13435" y="5035"/>
                </a:cubicBezTo>
                <a:close/>
                <a:moveTo>
                  <a:pt x="12500" y="5035"/>
                </a:moveTo>
                <a:cubicBezTo>
                  <a:pt x="12716" y="5035"/>
                  <a:pt x="12891" y="5187"/>
                  <a:pt x="12891" y="5375"/>
                </a:cubicBezTo>
                <a:cubicBezTo>
                  <a:pt x="12891" y="5563"/>
                  <a:pt x="12716" y="5715"/>
                  <a:pt x="12500" y="5715"/>
                </a:cubicBezTo>
                <a:cubicBezTo>
                  <a:pt x="12283" y="5715"/>
                  <a:pt x="12108" y="5563"/>
                  <a:pt x="12108" y="5375"/>
                </a:cubicBezTo>
                <a:cubicBezTo>
                  <a:pt x="12108" y="5187"/>
                  <a:pt x="12283" y="5035"/>
                  <a:pt x="12500" y="5035"/>
                </a:cubicBezTo>
                <a:close/>
                <a:moveTo>
                  <a:pt x="11564" y="5035"/>
                </a:moveTo>
                <a:cubicBezTo>
                  <a:pt x="11780" y="5035"/>
                  <a:pt x="11956" y="5187"/>
                  <a:pt x="11956" y="5375"/>
                </a:cubicBezTo>
                <a:cubicBezTo>
                  <a:pt x="11956" y="5563"/>
                  <a:pt x="11780" y="5715"/>
                  <a:pt x="11564" y="5715"/>
                </a:cubicBezTo>
                <a:cubicBezTo>
                  <a:pt x="11348" y="5715"/>
                  <a:pt x="11173" y="5563"/>
                  <a:pt x="11173" y="5375"/>
                </a:cubicBezTo>
                <a:cubicBezTo>
                  <a:pt x="11173" y="5187"/>
                  <a:pt x="11348" y="5035"/>
                  <a:pt x="11564" y="5035"/>
                </a:cubicBezTo>
                <a:close/>
                <a:moveTo>
                  <a:pt x="10629" y="5035"/>
                </a:moveTo>
                <a:cubicBezTo>
                  <a:pt x="10845" y="5035"/>
                  <a:pt x="11020" y="5187"/>
                  <a:pt x="11020" y="5375"/>
                </a:cubicBezTo>
                <a:cubicBezTo>
                  <a:pt x="11020" y="5563"/>
                  <a:pt x="10845" y="5715"/>
                  <a:pt x="10629" y="5715"/>
                </a:cubicBezTo>
                <a:cubicBezTo>
                  <a:pt x="10412" y="5715"/>
                  <a:pt x="10237" y="5563"/>
                  <a:pt x="10237" y="5375"/>
                </a:cubicBezTo>
                <a:cubicBezTo>
                  <a:pt x="10237" y="5187"/>
                  <a:pt x="10412" y="5035"/>
                  <a:pt x="10629" y="5035"/>
                </a:cubicBezTo>
                <a:close/>
                <a:moveTo>
                  <a:pt x="9693" y="5035"/>
                </a:moveTo>
                <a:cubicBezTo>
                  <a:pt x="9909" y="5035"/>
                  <a:pt x="10085" y="5187"/>
                  <a:pt x="10085" y="5375"/>
                </a:cubicBezTo>
                <a:cubicBezTo>
                  <a:pt x="10085" y="5563"/>
                  <a:pt x="9909" y="5715"/>
                  <a:pt x="9693" y="5715"/>
                </a:cubicBezTo>
                <a:cubicBezTo>
                  <a:pt x="9477" y="5715"/>
                  <a:pt x="9302" y="5563"/>
                  <a:pt x="9302" y="5375"/>
                </a:cubicBezTo>
                <a:cubicBezTo>
                  <a:pt x="9302" y="5187"/>
                  <a:pt x="9477" y="5035"/>
                  <a:pt x="9693" y="5035"/>
                </a:cubicBezTo>
                <a:close/>
                <a:moveTo>
                  <a:pt x="8758" y="5035"/>
                </a:moveTo>
                <a:cubicBezTo>
                  <a:pt x="8974" y="5035"/>
                  <a:pt x="9149" y="5187"/>
                  <a:pt x="9149" y="5375"/>
                </a:cubicBezTo>
                <a:cubicBezTo>
                  <a:pt x="9149" y="5563"/>
                  <a:pt x="8974" y="5715"/>
                  <a:pt x="8758" y="5715"/>
                </a:cubicBezTo>
                <a:cubicBezTo>
                  <a:pt x="8541" y="5715"/>
                  <a:pt x="8366" y="5563"/>
                  <a:pt x="8366" y="5375"/>
                </a:cubicBezTo>
                <a:cubicBezTo>
                  <a:pt x="8366" y="5187"/>
                  <a:pt x="8541" y="5035"/>
                  <a:pt x="8758" y="5035"/>
                </a:cubicBezTo>
                <a:close/>
                <a:moveTo>
                  <a:pt x="7822" y="5035"/>
                </a:moveTo>
                <a:cubicBezTo>
                  <a:pt x="8038" y="5035"/>
                  <a:pt x="8214" y="5187"/>
                  <a:pt x="8214" y="5375"/>
                </a:cubicBezTo>
                <a:cubicBezTo>
                  <a:pt x="8214" y="5563"/>
                  <a:pt x="8038" y="5715"/>
                  <a:pt x="7822" y="5715"/>
                </a:cubicBezTo>
                <a:cubicBezTo>
                  <a:pt x="7606" y="5715"/>
                  <a:pt x="7431" y="5563"/>
                  <a:pt x="7431" y="5375"/>
                </a:cubicBezTo>
                <a:cubicBezTo>
                  <a:pt x="7431" y="5187"/>
                  <a:pt x="7606" y="5035"/>
                  <a:pt x="7822" y="5035"/>
                </a:cubicBezTo>
                <a:close/>
                <a:moveTo>
                  <a:pt x="6887" y="5035"/>
                </a:moveTo>
                <a:cubicBezTo>
                  <a:pt x="7103" y="5035"/>
                  <a:pt x="7278" y="5187"/>
                  <a:pt x="7278" y="5375"/>
                </a:cubicBezTo>
                <a:cubicBezTo>
                  <a:pt x="7278" y="5563"/>
                  <a:pt x="7103" y="5715"/>
                  <a:pt x="6887" y="5715"/>
                </a:cubicBezTo>
                <a:cubicBezTo>
                  <a:pt x="6670" y="5715"/>
                  <a:pt x="6495" y="5563"/>
                  <a:pt x="6495" y="5375"/>
                </a:cubicBezTo>
                <a:cubicBezTo>
                  <a:pt x="6495" y="5187"/>
                  <a:pt x="6670" y="5035"/>
                  <a:pt x="6887" y="5035"/>
                </a:cubicBezTo>
                <a:close/>
                <a:moveTo>
                  <a:pt x="5951" y="5035"/>
                </a:moveTo>
                <a:cubicBezTo>
                  <a:pt x="6167" y="5035"/>
                  <a:pt x="6343" y="5187"/>
                  <a:pt x="6343" y="5375"/>
                </a:cubicBezTo>
                <a:cubicBezTo>
                  <a:pt x="6343" y="5563"/>
                  <a:pt x="6167" y="5715"/>
                  <a:pt x="5951" y="5715"/>
                </a:cubicBezTo>
                <a:cubicBezTo>
                  <a:pt x="5735" y="5715"/>
                  <a:pt x="5560" y="5563"/>
                  <a:pt x="5560" y="5375"/>
                </a:cubicBezTo>
                <a:cubicBezTo>
                  <a:pt x="5560" y="5187"/>
                  <a:pt x="5735" y="5035"/>
                  <a:pt x="5951" y="5035"/>
                </a:cubicBezTo>
                <a:close/>
                <a:moveTo>
                  <a:pt x="5016" y="5035"/>
                </a:moveTo>
                <a:cubicBezTo>
                  <a:pt x="5232" y="5035"/>
                  <a:pt x="5407" y="5187"/>
                  <a:pt x="5407" y="5375"/>
                </a:cubicBezTo>
                <a:cubicBezTo>
                  <a:pt x="5407" y="5563"/>
                  <a:pt x="5232" y="5715"/>
                  <a:pt x="5016" y="5715"/>
                </a:cubicBezTo>
                <a:cubicBezTo>
                  <a:pt x="4799" y="5715"/>
                  <a:pt x="4624" y="5563"/>
                  <a:pt x="4624" y="5375"/>
                </a:cubicBezTo>
                <a:cubicBezTo>
                  <a:pt x="4624" y="5187"/>
                  <a:pt x="4799" y="5035"/>
                  <a:pt x="5016" y="5035"/>
                </a:cubicBezTo>
                <a:close/>
                <a:moveTo>
                  <a:pt x="4080" y="5035"/>
                </a:moveTo>
                <a:cubicBezTo>
                  <a:pt x="4296" y="5035"/>
                  <a:pt x="4472" y="5187"/>
                  <a:pt x="4472" y="5375"/>
                </a:cubicBezTo>
                <a:cubicBezTo>
                  <a:pt x="4472" y="5563"/>
                  <a:pt x="4296" y="5715"/>
                  <a:pt x="4080" y="5715"/>
                </a:cubicBezTo>
                <a:cubicBezTo>
                  <a:pt x="3864" y="5715"/>
                  <a:pt x="3689" y="5563"/>
                  <a:pt x="3689" y="5375"/>
                </a:cubicBezTo>
                <a:cubicBezTo>
                  <a:pt x="3689" y="5187"/>
                  <a:pt x="3864" y="5035"/>
                  <a:pt x="4080" y="5035"/>
                </a:cubicBezTo>
                <a:close/>
                <a:moveTo>
                  <a:pt x="3145" y="5035"/>
                </a:moveTo>
                <a:cubicBezTo>
                  <a:pt x="3361" y="5035"/>
                  <a:pt x="3536" y="5187"/>
                  <a:pt x="3536" y="5375"/>
                </a:cubicBezTo>
                <a:cubicBezTo>
                  <a:pt x="3536" y="5563"/>
                  <a:pt x="3361" y="5715"/>
                  <a:pt x="3145" y="5715"/>
                </a:cubicBezTo>
                <a:cubicBezTo>
                  <a:pt x="2928" y="5715"/>
                  <a:pt x="2753" y="5563"/>
                  <a:pt x="2753" y="5375"/>
                </a:cubicBezTo>
                <a:cubicBezTo>
                  <a:pt x="2753" y="5187"/>
                  <a:pt x="2928" y="5035"/>
                  <a:pt x="3145" y="5035"/>
                </a:cubicBezTo>
                <a:close/>
                <a:moveTo>
                  <a:pt x="2209" y="5035"/>
                </a:moveTo>
                <a:cubicBezTo>
                  <a:pt x="2425" y="5035"/>
                  <a:pt x="2601" y="5187"/>
                  <a:pt x="2601" y="5375"/>
                </a:cubicBezTo>
                <a:cubicBezTo>
                  <a:pt x="2601" y="5563"/>
                  <a:pt x="2425" y="5715"/>
                  <a:pt x="2209" y="5715"/>
                </a:cubicBezTo>
                <a:cubicBezTo>
                  <a:pt x="1994" y="5715"/>
                  <a:pt x="1819" y="5563"/>
                  <a:pt x="1819" y="5375"/>
                </a:cubicBezTo>
                <a:cubicBezTo>
                  <a:pt x="1819" y="5187"/>
                  <a:pt x="1994" y="5035"/>
                  <a:pt x="2209" y="5035"/>
                </a:cubicBezTo>
                <a:close/>
                <a:moveTo>
                  <a:pt x="1275" y="5035"/>
                </a:moveTo>
                <a:cubicBezTo>
                  <a:pt x="1491" y="5035"/>
                  <a:pt x="1667" y="5187"/>
                  <a:pt x="1667" y="5375"/>
                </a:cubicBezTo>
                <a:cubicBezTo>
                  <a:pt x="1667" y="5563"/>
                  <a:pt x="1491" y="5715"/>
                  <a:pt x="1275" y="5715"/>
                </a:cubicBezTo>
                <a:cubicBezTo>
                  <a:pt x="1059" y="5715"/>
                  <a:pt x="884" y="5563"/>
                  <a:pt x="884" y="5375"/>
                </a:cubicBezTo>
                <a:cubicBezTo>
                  <a:pt x="884" y="5187"/>
                  <a:pt x="1059" y="5035"/>
                  <a:pt x="1275" y="5035"/>
                </a:cubicBezTo>
                <a:close/>
                <a:moveTo>
                  <a:pt x="340" y="5035"/>
                </a:moveTo>
                <a:cubicBezTo>
                  <a:pt x="556" y="5035"/>
                  <a:pt x="731" y="5187"/>
                  <a:pt x="731" y="5375"/>
                </a:cubicBezTo>
                <a:cubicBezTo>
                  <a:pt x="731" y="5563"/>
                  <a:pt x="556" y="5715"/>
                  <a:pt x="340" y="5715"/>
                </a:cubicBezTo>
                <a:cubicBezTo>
                  <a:pt x="232" y="5715"/>
                  <a:pt x="134" y="5677"/>
                  <a:pt x="63" y="5615"/>
                </a:cubicBezTo>
                <a:lnTo>
                  <a:pt x="0" y="5483"/>
                </a:lnTo>
                <a:lnTo>
                  <a:pt x="0" y="5267"/>
                </a:lnTo>
                <a:lnTo>
                  <a:pt x="63" y="5135"/>
                </a:lnTo>
                <a:cubicBezTo>
                  <a:pt x="134" y="5073"/>
                  <a:pt x="232" y="5035"/>
                  <a:pt x="340" y="5035"/>
                </a:cubicBezTo>
                <a:close/>
                <a:moveTo>
                  <a:pt x="21572" y="4246"/>
                </a:moveTo>
                <a:lnTo>
                  <a:pt x="21600" y="4728"/>
                </a:lnTo>
                <a:lnTo>
                  <a:pt x="21578" y="4715"/>
                </a:lnTo>
                <a:cubicBezTo>
                  <a:pt x="21507" y="4653"/>
                  <a:pt x="21463" y="4568"/>
                  <a:pt x="21463" y="4474"/>
                </a:cubicBezTo>
                <a:close/>
                <a:moveTo>
                  <a:pt x="20919" y="4134"/>
                </a:moveTo>
                <a:cubicBezTo>
                  <a:pt x="21135" y="4134"/>
                  <a:pt x="21311" y="4287"/>
                  <a:pt x="21311" y="4474"/>
                </a:cubicBezTo>
                <a:cubicBezTo>
                  <a:pt x="21311" y="4662"/>
                  <a:pt x="21135" y="4814"/>
                  <a:pt x="20919" y="4814"/>
                </a:cubicBezTo>
                <a:cubicBezTo>
                  <a:pt x="20703" y="4814"/>
                  <a:pt x="20528" y="4662"/>
                  <a:pt x="20528" y="4474"/>
                </a:cubicBezTo>
                <a:cubicBezTo>
                  <a:pt x="20528" y="4287"/>
                  <a:pt x="20703" y="4134"/>
                  <a:pt x="20919" y="4134"/>
                </a:cubicBezTo>
                <a:close/>
                <a:moveTo>
                  <a:pt x="19984" y="4134"/>
                </a:moveTo>
                <a:cubicBezTo>
                  <a:pt x="20200" y="4134"/>
                  <a:pt x="20375" y="4287"/>
                  <a:pt x="20375" y="4474"/>
                </a:cubicBezTo>
                <a:cubicBezTo>
                  <a:pt x="20375" y="4662"/>
                  <a:pt x="20200" y="4814"/>
                  <a:pt x="19984" y="4814"/>
                </a:cubicBezTo>
                <a:cubicBezTo>
                  <a:pt x="19767" y="4814"/>
                  <a:pt x="19592" y="4662"/>
                  <a:pt x="19592" y="4474"/>
                </a:cubicBezTo>
                <a:cubicBezTo>
                  <a:pt x="19592" y="4287"/>
                  <a:pt x="19767" y="4134"/>
                  <a:pt x="19984" y="4134"/>
                </a:cubicBezTo>
                <a:close/>
                <a:moveTo>
                  <a:pt x="19048" y="4134"/>
                </a:moveTo>
                <a:cubicBezTo>
                  <a:pt x="19264" y="4134"/>
                  <a:pt x="19440" y="4287"/>
                  <a:pt x="19440" y="4474"/>
                </a:cubicBezTo>
                <a:cubicBezTo>
                  <a:pt x="19440" y="4662"/>
                  <a:pt x="19264" y="4814"/>
                  <a:pt x="19048" y="4814"/>
                </a:cubicBezTo>
                <a:cubicBezTo>
                  <a:pt x="18832" y="4814"/>
                  <a:pt x="18657" y="4662"/>
                  <a:pt x="18657" y="4474"/>
                </a:cubicBezTo>
                <a:cubicBezTo>
                  <a:pt x="18657" y="4287"/>
                  <a:pt x="18832" y="4134"/>
                  <a:pt x="19048" y="4134"/>
                </a:cubicBezTo>
                <a:close/>
                <a:moveTo>
                  <a:pt x="18113" y="4134"/>
                </a:moveTo>
                <a:cubicBezTo>
                  <a:pt x="18329" y="4134"/>
                  <a:pt x="18504" y="4287"/>
                  <a:pt x="18504" y="4474"/>
                </a:cubicBezTo>
                <a:cubicBezTo>
                  <a:pt x="18504" y="4662"/>
                  <a:pt x="18329" y="4814"/>
                  <a:pt x="18113" y="4814"/>
                </a:cubicBezTo>
                <a:cubicBezTo>
                  <a:pt x="17896" y="4814"/>
                  <a:pt x="17721" y="4662"/>
                  <a:pt x="17721" y="4474"/>
                </a:cubicBezTo>
                <a:cubicBezTo>
                  <a:pt x="17721" y="4287"/>
                  <a:pt x="17896" y="4134"/>
                  <a:pt x="18113" y="4134"/>
                </a:cubicBezTo>
                <a:close/>
                <a:moveTo>
                  <a:pt x="17177" y="4134"/>
                </a:moveTo>
                <a:cubicBezTo>
                  <a:pt x="17393" y="4134"/>
                  <a:pt x="17569" y="4287"/>
                  <a:pt x="17569" y="4474"/>
                </a:cubicBezTo>
                <a:cubicBezTo>
                  <a:pt x="17569" y="4662"/>
                  <a:pt x="17393" y="4814"/>
                  <a:pt x="17177" y="4814"/>
                </a:cubicBezTo>
                <a:cubicBezTo>
                  <a:pt x="16961" y="4814"/>
                  <a:pt x="16786" y="4662"/>
                  <a:pt x="16786" y="4474"/>
                </a:cubicBezTo>
                <a:cubicBezTo>
                  <a:pt x="16786" y="4287"/>
                  <a:pt x="16961" y="4134"/>
                  <a:pt x="17177" y="4134"/>
                </a:cubicBezTo>
                <a:close/>
                <a:moveTo>
                  <a:pt x="16242" y="4134"/>
                </a:moveTo>
                <a:cubicBezTo>
                  <a:pt x="16458" y="4134"/>
                  <a:pt x="16633" y="4287"/>
                  <a:pt x="16633" y="4474"/>
                </a:cubicBezTo>
                <a:cubicBezTo>
                  <a:pt x="16633" y="4662"/>
                  <a:pt x="16458" y="4814"/>
                  <a:pt x="16242" y="4814"/>
                </a:cubicBezTo>
                <a:cubicBezTo>
                  <a:pt x="16025" y="4814"/>
                  <a:pt x="15850" y="4662"/>
                  <a:pt x="15850" y="4474"/>
                </a:cubicBezTo>
                <a:cubicBezTo>
                  <a:pt x="15850" y="4287"/>
                  <a:pt x="16025" y="4134"/>
                  <a:pt x="16242" y="4134"/>
                </a:cubicBezTo>
                <a:close/>
                <a:moveTo>
                  <a:pt x="15306" y="4134"/>
                </a:moveTo>
                <a:cubicBezTo>
                  <a:pt x="15522" y="4134"/>
                  <a:pt x="15698" y="4287"/>
                  <a:pt x="15698" y="4474"/>
                </a:cubicBezTo>
                <a:cubicBezTo>
                  <a:pt x="15698" y="4662"/>
                  <a:pt x="15522" y="4814"/>
                  <a:pt x="15306" y="4814"/>
                </a:cubicBezTo>
                <a:cubicBezTo>
                  <a:pt x="15090" y="4814"/>
                  <a:pt x="14915" y="4662"/>
                  <a:pt x="14915" y="4474"/>
                </a:cubicBezTo>
                <a:cubicBezTo>
                  <a:pt x="14915" y="4287"/>
                  <a:pt x="15090" y="4134"/>
                  <a:pt x="15306" y="4134"/>
                </a:cubicBezTo>
                <a:close/>
                <a:moveTo>
                  <a:pt x="14371" y="4134"/>
                </a:moveTo>
                <a:cubicBezTo>
                  <a:pt x="14587" y="4134"/>
                  <a:pt x="14762" y="4287"/>
                  <a:pt x="14762" y="4474"/>
                </a:cubicBezTo>
                <a:cubicBezTo>
                  <a:pt x="14762" y="4662"/>
                  <a:pt x="14587" y="4814"/>
                  <a:pt x="14371" y="4814"/>
                </a:cubicBezTo>
                <a:cubicBezTo>
                  <a:pt x="14154" y="4814"/>
                  <a:pt x="13979" y="4662"/>
                  <a:pt x="13979" y="4474"/>
                </a:cubicBezTo>
                <a:cubicBezTo>
                  <a:pt x="13979" y="4287"/>
                  <a:pt x="14154" y="4134"/>
                  <a:pt x="14371" y="4134"/>
                </a:cubicBezTo>
                <a:close/>
                <a:moveTo>
                  <a:pt x="13435" y="4134"/>
                </a:moveTo>
                <a:cubicBezTo>
                  <a:pt x="13651" y="4134"/>
                  <a:pt x="13827" y="4287"/>
                  <a:pt x="13827" y="4474"/>
                </a:cubicBezTo>
                <a:cubicBezTo>
                  <a:pt x="13827" y="4662"/>
                  <a:pt x="13651" y="4814"/>
                  <a:pt x="13435" y="4814"/>
                </a:cubicBezTo>
                <a:cubicBezTo>
                  <a:pt x="13219" y="4814"/>
                  <a:pt x="13044" y="4662"/>
                  <a:pt x="13044" y="4474"/>
                </a:cubicBezTo>
                <a:cubicBezTo>
                  <a:pt x="13044" y="4287"/>
                  <a:pt x="13219" y="4134"/>
                  <a:pt x="13435" y="4134"/>
                </a:cubicBezTo>
                <a:close/>
                <a:moveTo>
                  <a:pt x="12500" y="4134"/>
                </a:moveTo>
                <a:cubicBezTo>
                  <a:pt x="12716" y="4134"/>
                  <a:pt x="12891" y="4287"/>
                  <a:pt x="12891" y="4474"/>
                </a:cubicBezTo>
                <a:cubicBezTo>
                  <a:pt x="12891" y="4662"/>
                  <a:pt x="12716" y="4814"/>
                  <a:pt x="12500" y="4814"/>
                </a:cubicBezTo>
                <a:cubicBezTo>
                  <a:pt x="12283" y="4814"/>
                  <a:pt x="12108" y="4662"/>
                  <a:pt x="12108" y="4474"/>
                </a:cubicBezTo>
                <a:cubicBezTo>
                  <a:pt x="12108" y="4287"/>
                  <a:pt x="12283" y="4134"/>
                  <a:pt x="12500" y="4134"/>
                </a:cubicBezTo>
                <a:close/>
                <a:moveTo>
                  <a:pt x="11564" y="4134"/>
                </a:moveTo>
                <a:cubicBezTo>
                  <a:pt x="11780" y="4134"/>
                  <a:pt x="11956" y="4287"/>
                  <a:pt x="11956" y="4474"/>
                </a:cubicBezTo>
                <a:cubicBezTo>
                  <a:pt x="11956" y="4662"/>
                  <a:pt x="11780" y="4814"/>
                  <a:pt x="11564" y="4814"/>
                </a:cubicBezTo>
                <a:cubicBezTo>
                  <a:pt x="11348" y="4814"/>
                  <a:pt x="11173" y="4662"/>
                  <a:pt x="11173" y="4474"/>
                </a:cubicBezTo>
                <a:cubicBezTo>
                  <a:pt x="11173" y="4287"/>
                  <a:pt x="11348" y="4134"/>
                  <a:pt x="11564" y="4134"/>
                </a:cubicBezTo>
                <a:close/>
                <a:moveTo>
                  <a:pt x="10629" y="4134"/>
                </a:moveTo>
                <a:cubicBezTo>
                  <a:pt x="10845" y="4134"/>
                  <a:pt x="11020" y="4287"/>
                  <a:pt x="11020" y="4474"/>
                </a:cubicBezTo>
                <a:cubicBezTo>
                  <a:pt x="11020" y="4662"/>
                  <a:pt x="10845" y="4814"/>
                  <a:pt x="10629" y="4814"/>
                </a:cubicBezTo>
                <a:cubicBezTo>
                  <a:pt x="10412" y="4814"/>
                  <a:pt x="10237" y="4662"/>
                  <a:pt x="10237" y="4474"/>
                </a:cubicBezTo>
                <a:cubicBezTo>
                  <a:pt x="10237" y="4287"/>
                  <a:pt x="10412" y="4134"/>
                  <a:pt x="10629" y="4134"/>
                </a:cubicBezTo>
                <a:close/>
                <a:moveTo>
                  <a:pt x="9693" y="4134"/>
                </a:moveTo>
                <a:cubicBezTo>
                  <a:pt x="9909" y="4134"/>
                  <a:pt x="10085" y="4287"/>
                  <a:pt x="10085" y="4474"/>
                </a:cubicBezTo>
                <a:cubicBezTo>
                  <a:pt x="10085" y="4662"/>
                  <a:pt x="9909" y="4814"/>
                  <a:pt x="9693" y="4814"/>
                </a:cubicBezTo>
                <a:cubicBezTo>
                  <a:pt x="9477" y="4814"/>
                  <a:pt x="9302" y="4662"/>
                  <a:pt x="9302" y="4474"/>
                </a:cubicBezTo>
                <a:cubicBezTo>
                  <a:pt x="9302" y="4287"/>
                  <a:pt x="9477" y="4134"/>
                  <a:pt x="9693" y="4134"/>
                </a:cubicBezTo>
                <a:close/>
                <a:moveTo>
                  <a:pt x="8758" y="4134"/>
                </a:moveTo>
                <a:cubicBezTo>
                  <a:pt x="8974" y="4134"/>
                  <a:pt x="9149" y="4287"/>
                  <a:pt x="9149" y="4474"/>
                </a:cubicBezTo>
                <a:cubicBezTo>
                  <a:pt x="9149" y="4662"/>
                  <a:pt x="8974" y="4814"/>
                  <a:pt x="8758" y="4814"/>
                </a:cubicBezTo>
                <a:cubicBezTo>
                  <a:pt x="8541" y="4814"/>
                  <a:pt x="8366" y="4662"/>
                  <a:pt x="8366" y="4474"/>
                </a:cubicBezTo>
                <a:cubicBezTo>
                  <a:pt x="8366" y="4287"/>
                  <a:pt x="8541" y="4134"/>
                  <a:pt x="8758" y="4134"/>
                </a:cubicBezTo>
                <a:close/>
                <a:moveTo>
                  <a:pt x="7822" y="4134"/>
                </a:moveTo>
                <a:cubicBezTo>
                  <a:pt x="8038" y="4134"/>
                  <a:pt x="8214" y="4287"/>
                  <a:pt x="8214" y="4474"/>
                </a:cubicBezTo>
                <a:cubicBezTo>
                  <a:pt x="8214" y="4662"/>
                  <a:pt x="8038" y="4814"/>
                  <a:pt x="7822" y="4814"/>
                </a:cubicBezTo>
                <a:cubicBezTo>
                  <a:pt x="7606" y="4814"/>
                  <a:pt x="7431" y="4662"/>
                  <a:pt x="7431" y="4474"/>
                </a:cubicBezTo>
                <a:cubicBezTo>
                  <a:pt x="7431" y="4287"/>
                  <a:pt x="7606" y="4134"/>
                  <a:pt x="7822" y="4134"/>
                </a:cubicBezTo>
                <a:close/>
                <a:moveTo>
                  <a:pt x="6887" y="4134"/>
                </a:moveTo>
                <a:cubicBezTo>
                  <a:pt x="7103" y="4134"/>
                  <a:pt x="7278" y="4287"/>
                  <a:pt x="7278" y="4474"/>
                </a:cubicBezTo>
                <a:cubicBezTo>
                  <a:pt x="7278" y="4662"/>
                  <a:pt x="7103" y="4814"/>
                  <a:pt x="6887" y="4814"/>
                </a:cubicBezTo>
                <a:cubicBezTo>
                  <a:pt x="6670" y="4814"/>
                  <a:pt x="6495" y="4662"/>
                  <a:pt x="6495" y="4474"/>
                </a:cubicBezTo>
                <a:cubicBezTo>
                  <a:pt x="6495" y="4287"/>
                  <a:pt x="6670" y="4134"/>
                  <a:pt x="6887" y="4134"/>
                </a:cubicBezTo>
                <a:close/>
                <a:moveTo>
                  <a:pt x="5951" y="4134"/>
                </a:moveTo>
                <a:cubicBezTo>
                  <a:pt x="6167" y="4134"/>
                  <a:pt x="6343" y="4287"/>
                  <a:pt x="6343" y="4474"/>
                </a:cubicBezTo>
                <a:cubicBezTo>
                  <a:pt x="6343" y="4662"/>
                  <a:pt x="6167" y="4814"/>
                  <a:pt x="5951" y="4814"/>
                </a:cubicBezTo>
                <a:cubicBezTo>
                  <a:pt x="5735" y="4814"/>
                  <a:pt x="5560" y="4662"/>
                  <a:pt x="5560" y="4474"/>
                </a:cubicBezTo>
                <a:cubicBezTo>
                  <a:pt x="5560" y="4287"/>
                  <a:pt x="5735" y="4134"/>
                  <a:pt x="5951" y="4134"/>
                </a:cubicBezTo>
                <a:close/>
                <a:moveTo>
                  <a:pt x="5016" y="4134"/>
                </a:moveTo>
                <a:cubicBezTo>
                  <a:pt x="5232" y="4134"/>
                  <a:pt x="5407" y="4287"/>
                  <a:pt x="5407" y="4474"/>
                </a:cubicBezTo>
                <a:cubicBezTo>
                  <a:pt x="5407" y="4662"/>
                  <a:pt x="5232" y="4814"/>
                  <a:pt x="5016" y="4814"/>
                </a:cubicBezTo>
                <a:cubicBezTo>
                  <a:pt x="4799" y="4814"/>
                  <a:pt x="4624" y="4662"/>
                  <a:pt x="4624" y="4474"/>
                </a:cubicBezTo>
                <a:cubicBezTo>
                  <a:pt x="4624" y="4287"/>
                  <a:pt x="4799" y="4134"/>
                  <a:pt x="5016" y="4134"/>
                </a:cubicBezTo>
                <a:close/>
                <a:moveTo>
                  <a:pt x="4080" y="4134"/>
                </a:moveTo>
                <a:cubicBezTo>
                  <a:pt x="4296" y="4134"/>
                  <a:pt x="4472" y="4287"/>
                  <a:pt x="4472" y="4474"/>
                </a:cubicBezTo>
                <a:cubicBezTo>
                  <a:pt x="4472" y="4662"/>
                  <a:pt x="4296" y="4814"/>
                  <a:pt x="4080" y="4814"/>
                </a:cubicBezTo>
                <a:cubicBezTo>
                  <a:pt x="3864" y="4814"/>
                  <a:pt x="3689" y="4662"/>
                  <a:pt x="3689" y="4474"/>
                </a:cubicBezTo>
                <a:cubicBezTo>
                  <a:pt x="3689" y="4287"/>
                  <a:pt x="3864" y="4134"/>
                  <a:pt x="4080" y="4134"/>
                </a:cubicBezTo>
                <a:close/>
                <a:moveTo>
                  <a:pt x="3145" y="4134"/>
                </a:moveTo>
                <a:cubicBezTo>
                  <a:pt x="3361" y="4134"/>
                  <a:pt x="3536" y="4287"/>
                  <a:pt x="3536" y="4474"/>
                </a:cubicBezTo>
                <a:cubicBezTo>
                  <a:pt x="3536" y="4662"/>
                  <a:pt x="3361" y="4814"/>
                  <a:pt x="3145" y="4814"/>
                </a:cubicBezTo>
                <a:cubicBezTo>
                  <a:pt x="2928" y="4814"/>
                  <a:pt x="2753" y="4662"/>
                  <a:pt x="2753" y="4474"/>
                </a:cubicBezTo>
                <a:cubicBezTo>
                  <a:pt x="2753" y="4287"/>
                  <a:pt x="2928" y="4134"/>
                  <a:pt x="3145" y="4134"/>
                </a:cubicBezTo>
                <a:close/>
                <a:moveTo>
                  <a:pt x="2209" y="4134"/>
                </a:moveTo>
                <a:cubicBezTo>
                  <a:pt x="2425" y="4134"/>
                  <a:pt x="2601" y="4287"/>
                  <a:pt x="2601" y="4474"/>
                </a:cubicBezTo>
                <a:cubicBezTo>
                  <a:pt x="2601" y="4662"/>
                  <a:pt x="2425" y="4814"/>
                  <a:pt x="2209" y="4814"/>
                </a:cubicBezTo>
                <a:cubicBezTo>
                  <a:pt x="1994" y="4814"/>
                  <a:pt x="1819" y="4662"/>
                  <a:pt x="1819" y="4474"/>
                </a:cubicBezTo>
                <a:cubicBezTo>
                  <a:pt x="1819" y="4287"/>
                  <a:pt x="1994" y="4134"/>
                  <a:pt x="2209" y="4134"/>
                </a:cubicBezTo>
                <a:close/>
                <a:moveTo>
                  <a:pt x="1275" y="4134"/>
                </a:moveTo>
                <a:cubicBezTo>
                  <a:pt x="1492" y="4134"/>
                  <a:pt x="1667" y="4287"/>
                  <a:pt x="1667" y="4474"/>
                </a:cubicBezTo>
                <a:cubicBezTo>
                  <a:pt x="1667" y="4662"/>
                  <a:pt x="1492" y="4814"/>
                  <a:pt x="1275" y="4814"/>
                </a:cubicBezTo>
                <a:cubicBezTo>
                  <a:pt x="1059" y="4814"/>
                  <a:pt x="884" y="4662"/>
                  <a:pt x="884" y="4474"/>
                </a:cubicBezTo>
                <a:cubicBezTo>
                  <a:pt x="884" y="4287"/>
                  <a:pt x="1059" y="4134"/>
                  <a:pt x="1275" y="4134"/>
                </a:cubicBezTo>
                <a:close/>
                <a:moveTo>
                  <a:pt x="340" y="4134"/>
                </a:moveTo>
                <a:cubicBezTo>
                  <a:pt x="556" y="4134"/>
                  <a:pt x="731" y="4287"/>
                  <a:pt x="731" y="4474"/>
                </a:cubicBezTo>
                <a:cubicBezTo>
                  <a:pt x="731" y="4662"/>
                  <a:pt x="556" y="4814"/>
                  <a:pt x="340" y="4814"/>
                </a:cubicBezTo>
                <a:cubicBezTo>
                  <a:pt x="232" y="4814"/>
                  <a:pt x="134" y="4776"/>
                  <a:pt x="63" y="4715"/>
                </a:cubicBezTo>
                <a:lnTo>
                  <a:pt x="0" y="4583"/>
                </a:lnTo>
                <a:lnTo>
                  <a:pt x="0" y="4366"/>
                </a:lnTo>
                <a:lnTo>
                  <a:pt x="63" y="4234"/>
                </a:lnTo>
                <a:cubicBezTo>
                  <a:pt x="134" y="4172"/>
                  <a:pt x="232" y="4134"/>
                  <a:pt x="340" y="4134"/>
                </a:cubicBezTo>
                <a:close/>
                <a:moveTo>
                  <a:pt x="21525" y="3443"/>
                </a:moveTo>
                <a:lnTo>
                  <a:pt x="21543" y="3740"/>
                </a:lnTo>
                <a:lnTo>
                  <a:pt x="21463" y="3574"/>
                </a:lnTo>
                <a:close/>
                <a:moveTo>
                  <a:pt x="20919" y="3234"/>
                </a:moveTo>
                <a:cubicBezTo>
                  <a:pt x="21135" y="3234"/>
                  <a:pt x="21311" y="3386"/>
                  <a:pt x="21311" y="3574"/>
                </a:cubicBezTo>
                <a:cubicBezTo>
                  <a:pt x="21311" y="3761"/>
                  <a:pt x="21135" y="3914"/>
                  <a:pt x="20919" y="3914"/>
                </a:cubicBezTo>
                <a:cubicBezTo>
                  <a:pt x="20703" y="3914"/>
                  <a:pt x="20528" y="3761"/>
                  <a:pt x="20528" y="3574"/>
                </a:cubicBezTo>
                <a:cubicBezTo>
                  <a:pt x="20528" y="3386"/>
                  <a:pt x="20703" y="3234"/>
                  <a:pt x="20919" y="3234"/>
                </a:cubicBezTo>
                <a:close/>
                <a:moveTo>
                  <a:pt x="19984" y="3234"/>
                </a:moveTo>
                <a:cubicBezTo>
                  <a:pt x="20200" y="3234"/>
                  <a:pt x="20375" y="3386"/>
                  <a:pt x="20375" y="3574"/>
                </a:cubicBezTo>
                <a:cubicBezTo>
                  <a:pt x="20375" y="3761"/>
                  <a:pt x="20200" y="3914"/>
                  <a:pt x="19984" y="3914"/>
                </a:cubicBezTo>
                <a:cubicBezTo>
                  <a:pt x="19767" y="3914"/>
                  <a:pt x="19592" y="3761"/>
                  <a:pt x="19592" y="3574"/>
                </a:cubicBezTo>
                <a:cubicBezTo>
                  <a:pt x="19592" y="3386"/>
                  <a:pt x="19767" y="3234"/>
                  <a:pt x="19984" y="3234"/>
                </a:cubicBezTo>
                <a:close/>
                <a:moveTo>
                  <a:pt x="19048" y="3234"/>
                </a:moveTo>
                <a:cubicBezTo>
                  <a:pt x="19264" y="3234"/>
                  <a:pt x="19440" y="3386"/>
                  <a:pt x="19440" y="3574"/>
                </a:cubicBezTo>
                <a:cubicBezTo>
                  <a:pt x="19440" y="3761"/>
                  <a:pt x="19264" y="3914"/>
                  <a:pt x="19048" y="3914"/>
                </a:cubicBezTo>
                <a:cubicBezTo>
                  <a:pt x="18832" y="3914"/>
                  <a:pt x="18657" y="3761"/>
                  <a:pt x="18657" y="3574"/>
                </a:cubicBezTo>
                <a:cubicBezTo>
                  <a:pt x="18657" y="3386"/>
                  <a:pt x="18832" y="3234"/>
                  <a:pt x="19048" y="3234"/>
                </a:cubicBezTo>
                <a:close/>
                <a:moveTo>
                  <a:pt x="18113" y="3234"/>
                </a:moveTo>
                <a:cubicBezTo>
                  <a:pt x="18329" y="3234"/>
                  <a:pt x="18504" y="3386"/>
                  <a:pt x="18504" y="3574"/>
                </a:cubicBezTo>
                <a:cubicBezTo>
                  <a:pt x="18504" y="3761"/>
                  <a:pt x="18329" y="3914"/>
                  <a:pt x="18113" y="3914"/>
                </a:cubicBezTo>
                <a:cubicBezTo>
                  <a:pt x="17896" y="3914"/>
                  <a:pt x="17721" y="3761"/>
                  <a:pt x="17721" y="3574"/>
                </a:cubicBezTo>
                <a:cubicBezTo>
                  <a:pt x="17721" y="3386"/>
                  <a:pt x="17896" y="3234"/>
                  <a:pt x="18113" y="3234"/>
                </a:cubicBezTo>
                <a:close/>
                <a:moveTo>
                  <a:pt x="17177" y="3234"/>
                </a:moveTo>
                <a:cubicBezTo>
                  <a:pt x="17393" y="3234"/>
                  <a:pt x="17569" y="3386"/>
                  <a:pt x="17569" y="3574"/>
                </a:cubicBezTo>
                <a:cubicBezTo>
                  <a:pt x="17569" y="3761"/>
                  <a:pt x="17393" y="3914"/>
                  <a:pt x="17177" y="3914"/>
                </a:cubicBezTo>
                <a:cubicBezTo>
                  <a:pt x="16961" y="3914"/>
                  <a:pt x="16786" y="3761"/>
                  <a:pt x="16786" y="3574"/>
                </a:cubicBezTo>
                <a:cubicBezTo>
                  <a:pt x="16786" y="3386"/>
                  <a:pt x="16961" y="3234"/>
                  <a:pt x="17177" y="3234"/>
                </a:cubicBezTo>
                <a:close/>
                <a:moveTo>
                  <a:pt x="16242" y="3234"/>
                </a:moveTo>
                <a:cubicBezTo>
                  <a:pt x="16458" y="3234"/>
                  <a:pt x="16633" y="3386"/>
                  <a:pt x="16633" y="3574"/>
                </a:cubicBezTo>
                <a:cubicBezTo>
                  <a:pt x="16633" y="3761"/>
                  <a:pt x="16458" y="3914"/>
                  <a:pt x="16242" y="3914"/>
                </a:cubicBezTo>
                <a:cubicBezTo>
                  <a:pt x="16025" y="3914"/>
                  <a:pt x="15850" y="3761"/>
                  <a:pt x="15850" y="3574"/>
                </a:cubicBezTo>
                <a:cubicBezTo>
                  <a:pt x="15850" y="3386"/>
                  <a:pt x="16025" y="3234"/>
                  <a:pt x="16242" y="3234"/>
                </a:cubicBezTo>
                <a:close/>
                <a:moveTo>
                  <a:pt x="15306" y="3234"/>
                </a:moveTo>
                <a:cubicBezTo>
                  <a:pt x="15522" y="3234"/>
                  <a:pt x="15698" y="3386"/>
                  <a:pt x="15698" y="3574"/>
                </a:cubicBezTo>
                <a:cubicBezTo>
                  <a:pt x="15698" y="3761"/>
                  <a:pt x="15522" y="3914"/>
                  <a:pt x="15306" y="3914"/>
                </a:cubicBezTo>
                <a:cubicBezTo>
                  <a:pt x="15090" y="3914"/>
                  <a:pt x="14915" y="3761"/>
                  <a:pt x="14915" y="3574"/>
                </a:cubicBezTo>
                <a:cubicBezTo>
                  <a:pt x="14915" y="3386"/>
                  <a:pt x="15090" y="3234"/>
                  <a:pt x="15306" y="3234"/>
                </a:cubicBezTo>
                <a:close/>
                <a:moveTo>
                  <a:pt x="14371" y="3234"/>
                </a:moveTo>
                <a:cubicBezTo>
                  <a:pt x="14587" y="3234"/>
                  <a:pt x="14762" y="3386"/>
                  <a:pt x="14762" y="3574"/>
                </a:cubicBezTo>
                <a:cubicBezTo>
                  <a:pt x="14762" y="3761"/>
                  <a:pt x="14587" y="3914"/>
                  <a:pt x="14371" y="3914"/>
                </a:cubicBezTo>
                <a:cubicBezTo>
                  <a:pt x="14154" y="3914"/>
                  <a:pt x="13979" y="3761"/>
                  <a:pt x="13979" y="3574"/>
                </a:cubicBezTo>
                <a:cubicBezTo>
                  <a:pt x="13979" y="3386"/>
                  <a:pt x="14154" y="3234"/>
                  <a:pt x="14371" y="3234"/>
                </a:cubicBezTo>
                <a:close/>
                <a:moveTo>
                  <a:pt x="13435" y="3234"/>
                </a:moveTo>
                <a:cubicBezTo>
                  <a:pt x="13651" y="3234"/>
                  <a:pt x="13827" y="3386"/>
                  <a:pt x="13827" y="3574"/>
                </a:cubicBezTo>
                <a:cubicBezTo>
                  <a:pt x="13827" y="3761"/>
                  <a:pt x="13651" y="3914"/>
                  <a:pt x="13435" y="3914"/>
                </a:cubicBezTo>
                <a:cubicBezTo>
                  <a:pt x="13219" y="3914"/>
                  <a:pt x="13044" y="3761"/>
                  <a:pt x="13044" y="3574"/>
                </a:cubicBezTo>
                <a:cubicBezTo>
                  <a:pt x="13044" y="3386"/>
                  <a:pt x="13219" y="3234"/>
                  <a:pt x="13435" y="3234"/>
                </a:cubicBezTo>
                <a:close/>
                <a:moveTo>
                  <a:pt x="12500" y="3234"/>
                </a:moveTo>
                <a:cubicBezTo>
                  <a:pt x="12716" y="3234"/>
                  <a:pt x="12891" y="3386"/>
                  <a:pt x="12891" y="3574"/>
                </a:cubicBezTo>
                <a:cubicBezTo>
                  <a:pt x="12891" y="3761"/>
                  <a:pt x="12716" y="3914"/>
                  <a:pt x="12500" y="3914"/>
                </a:cubicBezTo>
                <a:cubicBezTo>
                  <a:pt x="12283" y="3914"/>
                  <a:pt x="12108" y="3761"/>
                  <a:pt x="12108" y="3574"/>
                </a:cubicBezTo>
                <a:cubicBezTo>
                  <a:pt x="12108" y="3386"/>
                  <a:pt x="12283" y="3234"/>
                  <a:pt x="12500" y="3234"/>
                </a:cubicBezTo>
                <a:close/>
                <a:moveTo>
                  <a:pt x="11564" y="3234"/>
                </a:moveTo>
                <a:cubicBezTo>
                  <a:pt x="11780" y="3234"/>
                  <a:pt x="11956" y="3386"/>
                  <a:pt x="11956" y="3574"/>
                </a:cubicBezTo>
                <a:cubicBezTo>
                  <a:pt x="11956" y="3761"/>
                  <a:pt x="11780" y="3914"/>
                  <a:pt x="11564" y="3914"/>
                </a:cubicBezTo>
                <a:cubicBezTo>
                  <a:pt x="11348" y="3914"/>
                  <a:pt x="11173" y="3761"/>
                  <a:pt x="11173" y="3574"/>
                </a:cubicBezTo>
                <a:cubicBezTo>
                  <a:pt x="11173" y="3386"/>
                  <a:pt x="11348" y="3234"/>
                  <a:pt x="11564" y="3234"/>
                </a:cubicBezTo>
                <a:close/>
                <a:moveTo>
                  <a:pt x="10629" y="3234"/>
                </a:moveTo>
                <a:cubicBezTo>
                  <a:pt x="10845" y="3234"/>
                  <a:pt x="11020" y="3386"/>
                  <a:pt x="11020" y="3574"/>
                </a:cubicBezTo>
                <a:cubicBezTo>
                  <a:pt x="11020" y="3761"/>
                  <a:pt x="10845" y="3914"/>
                  <a:pt x="10629" y="3914"/>
                </a:cubicBezTo>
                <a:cubicBezTo>
                  <a:pt x="10412" y="3914"/>
                  <a:pt x="10237" y="3761"/>
                  <a:pt x="10237" y="3574"/>
                </a:cubicBezTo>
                <a:cubicBezTo>
                  <a:pt x="10237" y="3386"/>
                  <a:pt x="10412" y="3234"/>
                  <a:pt x="10629" y="3234"/>
                </a:cubicBezTo>
                <a:close/>
                <a:moveTo>
                  <a:pt x="9693" y="3234"/>
                </a:moveTo>
                <a:cubicBezTo>
                  <a:pt x="9909" y="3234"/>
                  <a:pt x="10085" y="3386"/>
                  <a:pt x="10085" y="3574"/>
                </a:cubicBezTo>
                <a:cubicBezTo>
                  <a:pt x="10085" y="3761"/>
                  <a:pt x="9909" y="3914"/>
                  <a:pt x="9693" y="3914"/>
                </a:cubicBezTo>
                <a:cubicBezTo>
                  <a:pt x="9477" y="3914"/>
                  <a:pt x="9302" y="3761"/>
                  <a:pt x="9302" y="3574"/>
                </a:cubicBezTo>
                <a:cubicBezTo>
                  <a:pt x="9302" y="3386"/>
                  <a:pt x="9477" y="3234"/>
                  <a:pt x="9693" y="3234"/>
                </a:cubicBezTo>
                <a:close/>
                <a:moveTo>
                  <a:pt x="8758" y="3234"/>
                </a:moveTo>
                <a:cubicBezTo>
                  <a:pt x="8974" y="3234"/>
                  <a:pt x="9149" y="3386"/>
                  <a:pt x="9149" y="3574"/>
                </a:cubicBezTo>
                <a:cubicBezTo>
                  <a:pt x="9149" y="3761"/>
                  <a:pt x="8974" y="3914"/>
                  <a:pt x="8758" y="3914"/>
                </a:cubicBezTo>
                <a:cubicBezTo>
                  <a:pt x="8541" y="3914"/>
                  <a:pt x="8366" y="3761"/>
                  <a:pt x="8366" y="3574"/>
                </a:cubicBezTo>
                <a:cubicBezTo>
                  <a:pt x="8366" y="3386"/>
                  <a:pt x="8541" y="3234"/>
                  <a:pt x="8758" y="3234"/>
                </a:cubicBezTo>
                <a:close/>
                <a:moveTo>
                  <a:pt x="7822" y="3234"/>
                </a:moveTo>
                <a:cubicBezTo>
                  <a:pt x="8038" y="3234"/>
                  <a:pt x="8214" y="3386"/>
                  <a:pt x="8214" y="3574"/>
                </a:cubicBezTo>
                <a:cubicBezTo>
                  <a:pt x="8214" y="3761"/>
                  <a:pt x="8038" y="3914"/>
                  <a:pt x="7822" y="3914"/>
                </a:cubicBezTo>
                <a:cubicBezTo>
                  <a:pt x="7606" y="3914"/>
                  <a:pt x="7431" y="3761"/>
                  <a:pt x="7431" y="3574"/>
                </a:cubicBezTo>
                <a:cubicBezTo>
                  <a:pt x="7431" y="3386"/>
                  <a:pt x="7606" y="3234"/>
                  <a:pt x="7822" y="3234"/>
                </a:cubicBezTo>
                <a:close/>
                <a:moveTo>
                  <a:pt x="6887" y="3234"/>
                </a:moveTo>
                <a:cubicBezTo>
                  <a:pt x="7103" y="3234"/>
                  <a:pt x="7278" y="3386"/>
                  <a:pt x="7278" y="3574"/>
                </a:cubicBezTo>
                <a:cubicBezTo>
                  <a:pt x="7278" y="3761"/>
                  <a:pt x="7103" y="3914"/>
                  <a:pt x="6887" y="3914"/>
                </a:cubicBezTo>
                <a:cubicBezTo>
                  <a:pt x="6670" y="3914"/>
                  <a:pt x="6495" y="3761"/>
                  <a:pt x="6495" y="3574"/>
                </a:cubicBezTo>
                <a:cubicBezTo>
                  <a:pt x="6495" y="3386"/>
                  <a:pt x="6670" y="3234"/>
                  <a:pt x="6887" y="3234"/>
                </a:cubicBezTo>
                <a:close/>
                <a:moveTo>
                  <a:pt x="5951" y="3234"/>
                </a:moveTo>
                <a:cubicBezTo>
                  <a:pt x="6167" y="3234"/>
                  <a:pt x="6343" y="3386"/>
                  <a:pt x="6343" y="3574"/>
                </a:cubicBezTo>
                <a:cubicBezTo>
                  <a:pt x="6343" y="3761"/>
                  <a:pt x="6167" y="3914"/>
                  <a:pt x="5951" y="3914"/>
                </a:cubicBezTo>
                <a:cubicBezTo>
                  <a:pt x="5735" y="3914"/>
                  <a:pt x="5560" y="3761"/>
                  <a:pt x="5560" y="3574"/>
                </a:cubicBezTo>
                <a:cubicBezTo>
                  <a:pt x="5560" y="3386"/>
                  <a:pt x="5735" y="3234"/>
                  <a:pt x="5951" y="3234"/>
                </a:cubicBezTo>
                <a:close/>
                <a:moveTo>
                  <a:pt x="5016" y="3234"/>
                </a:moveTo>
                <a:cubicBezTo>
                  <a:pt x="5232" y="3234"/>
                  <a:pt x="5407" y="3386"/>
                  <a:pt x="5407" y="3574"/>
                </a:cubicBezTo>
                <a:cubicBezTo>
                  <a:pt x="5407" y="3761"/>
                  <a:pt x="5232" y="3914"/>
                  <a:pt x="5016" y="3914"/>
                </a:cubicBezTo>
                <a:cubicBezTo>
                  <a:pt x="4799" y="3914"/>
                  <a:pt x="4624" y="3761"/>
                  <a:pt x="4624" y="3574"/>
                </a:cubicBezTo>
                <a:cubicBezTo>
                  <a:pt x="4624" y="3386"/>
                  <a:pt x="4799" y="3234"/>
                  <a:pt x="5016" y="3234"/>
                </a:cubicBezTo>
                <a:close/>
                <a:moveTo>
                  <a:pt x="4080" y="3234"/>
                </a:moveTo>
                <a:cubicBezTo>
                  <a:pt x="4296" y="3234"/>
                  <a:pt x="4472" y="3386"/>
                  <a:pt x="4472" y="3574"/>
                </a:cubicBezTo>
                <a:cubicBezTo>
                  <a:pt x="4472" y="3761"/>
                  <a:pt x="4296" y="3914"/>
                  <a:pt x="4080" y="3914"/>
                </a:cubicBezTo>
                <a:cubicBezTo>
                  <a:pt x="3864" y="3914"/>
                  <a:pt x="3689" y="3761"/>
                  <a:pt x="3689" y="3574"/>
                </a:cubicBezTo>
                <a:cubicBezTo>
                  <a:pt x="3689" y="3386"/>
                  <a:pt x="3864" y="3234"/>
                  <a:pt x="4080" y="3234"/>
                </a:cubicBezTo>
                <a:close/>
                <a:moveTo>
                  <a:pt x="3145" y="3234"/>
                </a:moveTo>
                <a:cubicBezTo>
                  <a:pt x="3361" y="3234"/>
                  <a:pt x="3536" y="3386"/>
                  <a:pt x="3536" y="3574"/>
                </a:cubicBezTo>
                <a:cubicBezTo>
                  <a:pt x="3536" y="3761"/>
                  <a:pt x="3361" y="3914"/>
                  <a:pt x="3145" y="3914"/>
                </a:cubicBezTo>
                <a:cubicBezTo>
                  <a:pt x="2928" y="3914"/>
                  <a:pt x="2753" y="3761"/>
                  <a:pt x="2753" y="3574"/>
                </a:cubicBezTo>
                <a:cubicBezTo>
                  <a:pt x="2753" y="3386"/>
                  <a:pt x="2928" y="3234"/>
                  <a:pt x="3145" y="3234"/>
                </a:cubicBezTo>
                <a:close/>
                <a:moveTo>
                  <a:pt x="2209" y="3234"/>
                </a:moveTo>
                <a:cubicBezTo>
                  <a:pt x="2425" y="3234"/>
                  <a:pt x="2601" y="3386"/>
                  <a:pt x="2601" y="3574"/>
                </a:cubicBezTo>
                <a:cubicBezTo>
                  <a:pt x="2601" y="3761"/>
                  <a:pt x="2425" y="3914"/>
                  <a:pt x="2209" y="3914"/>
                </a:cubicBezTo>
                <a:cubicBezTo>
                  <a:pt x="1995" y="3914"/>
                  <a:pt x="1819" y="3761"/>
                  <a:pt x="1819" y="3574"/>
                </a:cubicBezTo>
                <a:cubicBezTo>
                  <a:pt x="1819" y="3386"/>
                  <a:pt x="1995" y="3234"/>
                  <a:pt x="2209" y="3234"/>
                </a:cubicBezTo>
                <a:close/>
                <a:moveTo>
                  <a:pt x="1275" y="3234"/>
                </a:moveTo>
                <a:cubicBezTo>
                  <a:pt x="1492" y="3234"/>
                  <a:pt x="1667" y="3386"/>
                  <a:pt x="1667" y="3574"/>
                </a:cubicBezTo>
                <a:cubicBezTo>
                  <a:pt x="1667" y="3761"/>
                  <a:pt x="1492" y="3914"/>
                  <a:pt x="1275" y="3914"/>
                </a:cubicBezTo>
                <a:cubicBezTo>
                  <a:pt x="1059" y="3914"/>
                  <a:pt x="884" y="3761"/>
                  <a:pt x="884" y="3574"/>
                </a:cubicBezTo>
                <a:cubicBezTo>
                  <a:pt x="884" y="3386"/>
                  <a:pt x="1059" y="3234"/>
                  <a:pt x="1275" y="3234"/>
                </a:cubicBezTo>
                <a:close/>
                <a:moveTo>
                  <a:pt x="340" y="3234"/>
                </a:moveTo>
                <a:cubicBezTo>
                  <a:pt x="556" y="3234"/>
                  <a:pt x="731" y="3386"/>
                  <a:pt x="731" y="3574"/>
                </a:cubicBezTo>
                <a:cubicBezTo>
                  <a:pt x="731" y="3761"/>
                  <a:pt x="556" y="3914"/>
                  <a:pt x="340" y="3914"/>
                </a:cubicBezTo>
                <a:cubicBezTo>
                  <a:pt x="232" y="3914"/>
                  <a:pt x="134" y="3876"/>
                  <a:pt x="63" y="3814"/>
                </a:cubicBezTo>
                <a:lnTo>
                  <a:pt x="0" y="3682"/>
                </a:lnTo>
                <a:lnTo>
                  <a:pt x="0" y="3466"/>
                </a:lnTo>
                <a:lnTo>
                  <a:pt x="63" y="3333"/>
                </a:lnTo>
                <a:cubicBezTo>
                  <a:pt x="134" y="3272"/>
                  <a:pt x="232" y="3234"/>
                  <a:pt x="340" y="3234"/>
                </a:cubicBezTo>
                <a:close/>
                <a:moveTo>
                  <a:pt x="20919" y="2333"/>
                </a:moveTo>
                <a:cubicBezTo>
                  <a:pt x="21135" y="2333"/>
                  <a:pt x="21311" y="2485"/>
                  <a:pt x="21311" y="2673"/>
                </a:cubicBezTo>
                <a:cubicBezTo>
                  <a:pt x="21311" y="2861"/>
                  <a:pt x="21135" y="3013"/>
                  <a:pt x="20919" y="3013"/>
                </a:cubicBezTo>
                <a:cubicBezTo>
                  <a:pt x="20703" y="3013"/>
                  <a:pt x="20528" y="2861"/>
                  <a:pt x="20528" y="2673"/>
                </a:cubicBezTo>
                <a:cubicBezTo>
                  <a:pt x="20528" y="2485"/>
                  <a:pt x="20703" y="2333"/>
                  <a:pt x="20919" y="2333"/>
                </a:cubicBezTo>
                <a:close/>
                <a:moveTo>
                  <a:pt x="19984" y="2333"/>
                </a:moveTo>
                <a:cubicBezTo>
                  <a:pt x="20200" y="2333"/>
                  <a:pt x="20375" y="2485"/>
                  <a:pt x="20375" y="2673"/>
                </a:cubicBezTo>
                <a:cubicBezTo>
                  <a:pt x="20375" y="2861"/>
                  <a:pt x="20200" y="3013"/>
                  <a:pt x="19984" y="3013"/>
                </a:cubicBezTo>
                <a:cubicBezTo>
                  <a:pt x="19767" y="3013"/>
                  <a:pt x="19592" y="2861"/>
                  <a:pt x="19592" y="2673"/>
                </a:cubicBezTo>
                <a:cubicBezTo>
                  <a:pt x="19592" y="2485"/>
                  <a:pt x="19767" y="2333"/>
                  <a:pt x="19984" y="2333"/>
                </a:cubicBezTo>
                <a:close/>
                <a:moveTo>
                  <a:pt x="19048" y="2333"/>
                </a:moveTo>
                <a:cubicBezTo>
                  <a:pt x="19264" y="2333"/>
                  <a:pt x="19440" y="2485"/>
                  <a:pt x="19440" y="2673"/>
                </a:cubicBezTo>
                <a:cubicBezTo>
                  <a:pt x="19440" y="2861"/>
                  <a:pt x="19264" y="3013"/>
                  <a:pt x="19048" y="3013"/>
                </a:cubicBezTo>
                <a:cubicBezTo>
                  <a:pt x="18832" y="3013"/>
                  <a:pt x="18657" y="2861"/>
                  <a:pt x="18657" y="2673"/>
                </a:cubicBezTo>
                <a:cubicBezTo>
                  <a:pt x="18657" y="2485"/>
                  <a:pt x="18832" y="2333"/>
                  <a:pt x="19048" y="2333"/>
                </a:cubicBezTo>
                <a:close/>
                <a:moveTo>
                  <a:pt x="18113" y="2333"/>
                </a:moveTo>
                <a:cubicBezTo>
                  <a:pt x="18329" y="2333"/>
                  <a:pt x="18504" y="2485"/>
                  <a:pt x="18504" y="2673"/>
                </a:cubicBezTo>
                <a:cubicBezTo>
                  <a:pt x="18504" y="2861"/>
                  <a:pt x="18329" y="3013"/>
                  <a:pt x="18113" y="3013"/>
                </a:cubicBezTo>
                <a:cubicBezTo>
                  <a:pt x="17896" y="3013"/>
                  <a:pt x="17721" y="2861"/>
                  <a:pt x="17721" y="2673"/>
                </a:cubicBezTo>
                <a:cubicBezTo>
                  <a:pt x="17721" y="2485"/>
                  <a:pt x="17896" y="2333"/>
                  <a:pt x="18113" y="2333"/>
                </a:cubicBezTo>
                <a:close/>
                <a:moveTo>
                  <a:pt x="17177" y="2333"/>
                </a:moveTo>
                <a:cubicBezTo>
                  <a:pt x="17393" y="2333"/>
                  <a:pt x="17569" y="2485"/>
                  <a:pt x="17569" y="2673"/>
                </a:cubicBezTo>
                <a:cubicBezTo>
                  <a:pt x="17569" y="2861"/>
                  <a:pt x="17393" y="3013"/>
                  <a:pt x="17177" y="3013"/>
                </a:cubicBezTo>
                <a:cubicBezTo>
                  <a:pt x="16961" y="3013"/>
                  <a:pt x="16786" y="2861"/>
                  <a:pt x="16786" y="2673"/>
                </a:cubicBezTo>
                <a:cubicBezTo>
                  <a:pt x="16786" y="2485"/>
                  <a:pt x="16961" y="2333"/>
                  <a:pt x="17177" y="2333"/>
                </a:cubicBezTo>
                <a:close/>
                <a:moveTo>
                  <a:pt x="16242" y="2333"/>
                </a:moveTo>
                <a:cubicBezTo>
                  <a:pt x="16458" y="2333"/>
                  <a:pt x="16633" y="2485"/>
                  <a:pt x="16633" y="2673"/>
                </a:cubicBezTo>
                <a:cubicBezTo>
                  <a:pt x="16633" y="2861"/>
                  <a:pt x="16458" y="3013"/>
                  <a:pt x="16242" y="3013"/>
                </a:cubicBezTo>
                <a:cubicBezTo>
                  <a:pt x="16025" y="3013"/>
                  <a:pt x="15850" y="2861"/>
                  <a:pt x="15850" y="2673"/>
                </a:cubicBezTo>
                <a:cubicBezTo>
                  <a:pt x="15850" y="2485"/>
                  <a:pt x="16025" y="2333"/>
                  <a:pt x="16242" y="2333"/>
                </a:cubicBezTo>
                <a:close/>
                <a:moveTo>
                  <a:pt x="15306" y="2333"/>
                </a:moveTo>
                <a:cubicBezTo>
                  <a:pt x="15522" y="2333"/>
                  <a:pt x="15698" y="2485"/>
                  <a:pt x="15698" y="2673"/>
                </a:cubicBezTo>
                <a:cubicBezTo>
                  <a:pt x="15698" y="2861"/>
                  <a:pt x="15522" y="3013"/>
                  <a:pt x="15306" y="3013"/>
                </a:cubicBezTo>
                <a:cubicBezTo>
                  <a:pt x="15090" y="3013"/>
                  <a:pt x="14915" y="2861"/>
                  <a:pt x="14915" y="2673"/>
                </a:cubicBezTo>
                <a:cubicBezTo>
                  <a:pt x="14915" y="2485"/>
                  <a:pt x="15090" y="2333"/>
                  <a:pt x="15306" y="2333"/>
                </a:cubicBezTo>
                <a:close/>
                <a:moveTo>
                  <a:pt x="14371" y="2333"/>
                </a:moveTo>
                <a:cubicBezTo>
                  <a:pt x="14587" y="2333"/>
                  <a:pt x="14762" y="2485"/>
                  <a:pt x="14762" y="2673"/>
                </a:cubicBezTo>
                <a:cubicBezTo>
                  <a:pt x="14762" y="2861"/>
                  <a:pt x="14587" y="3013"/>
                  <a:pt x="14371" y="3013"/>
                </a:cubicBezTo>
                <a:cubicBezTo>
                  <a:pt x="14154" y="3013"/>
                  <a:pt x="13979" y="2861"/>
                  <a:pt x="13979" y="2673"/>
                </a:cubicBezTo>
                <a:cubicBezTo>
                  <a:pt x="13979" y="2485"/>
                  <a:pt x="14154" y="2333"/>
                  <a:pt x="14371" y="2333"/>
                </a:cubicBezTo>
                <a:close/>
                <a:moveTo>
                  <a:pt x="13435" y="2333"/>
                </a:moveTo>
                <a:cubicBezTo>
                  <a:pt x="13651" y="2333"/>
                  <a:pt x="13827" y="2485"/>
                  <a:pt x="13827" y="2673"/>
                </a:cubicBezTo>
                <a:cubicBezTo>
                  <a:pt x="13827" y="2861"/>
                  <a:pt x="13651" y="3013"/>
                  <a:pt x="13435" y="3013"/>
                </a:cubicBezTo>
                <a:cubicBezTo>
                  <a:pt x="13219" y="3013"/>
                  <a:pt x="13044" y="2861"/>
                  <a:pt x="13044" y="2673"/>
                </a:cubicBezTo>
                <a:cubicBezTo>
                  <a:pt x="13044" y="2485"/>
                  <a:pt x="13219" y="2333"/>
                  <a:pt x="13435" y="2333"/>
                </a:cubicBezTo>
                <a:close/>
                <a:moveTo>
                  <a:pt x="12500" y="2333"/>
                </a:moveTo>
                <a:cubicBezTo>
                  <a:pt x="12716" y="2333"/>
                  <a:pt x="12891" y="2485"/>
                  <a:pt x="12891" y="2673"/>
                </a:cubicBezTo>
                <a:cubicBezTo>
                  <a:pt x="12891" y="2861"/>
                  <a:pt x="12716" y="3013"/>
                  <a:pt x="12500" y="3013"/>
                </a:cubicBezTo>
                <a:cubicBezTo>
                  <a:pt x="12283" y="3013"/>
                  <a:pt x="12108" y="2861"/>
                  <a:pt x="12108" y="2673"/>
                </a:cubicBezTo>
                <a:cubicBezTo>
                  <a:pt x="12108" y="2485"/>
                  <a:pt x="12283" y="2333"/>
                  <a:pt x="12500" y="2333"/>
                </a:cubicBezTo>
                <a:close/>
                <a:moveTo>
                  <a:pt x="11564" y="2333"/>
                </a:moveTo>
                <a:cubicBezTo>
                  <a:pt x="11780" y="2333"/>
                  <a:pt x="11956" y="2485"/>
                  <a:pt x="11956" y="2673"/>
                </a:cubicBezTo>
                <a:cubicBezTo>
                  <a:pt x="11956" y="2861"/>
                  <a:pt x="11780" y="3013"/>
                  <a:pt x="11564" y="3013"/>
                </a:cubicBezTo>
                <a:cubicBezTo>
                  <a:pt x="11348" y="3013"/>
                  <a:pt x="11173" y="2861"/>
                  <a:pt x="11173" y="2673"/>
                </a:cubicBezTo>
                <a:cubicBezTo>
                  <a:pt x="11173" y="2485"/>
                  <a:pt x="11348" y="2333"/>
                  <a:pt x="11564" y="2333"/>
                </a:cubicBezTo>
                <a:close/>
                <a:moveTo>
                  <a:pt x="10629" y="2333"/>
                </a:moveTo>
                <a:cubicBezTo>
                  <a:pt x="10845" y="2333"/>
                  <a:pt x="11020" y="2485"/>
                  <a:pt x="11020" y="2673"/>
                </a:cubicBezTo>
                <a:cubicBezTo>
                  <a:pt x="11020" y="2861"/>
                  <a:pt x="10845" y="3013"/>
                  <a:pt x="10629" y="3013"/>
                </a:cubicBezTo>
                <a:cubicBezTo>
                  <a:pt x="10412" y="3013"/>
                  <a:pt x="10237" y="2861"/>
                  <a:pt x="10237" y="2673"/>
                </a:cubicBezTo>
                <a:cubicBezTo>
                  <a:pt x="10237" y="2485"/>
                  <a:pt x="10412" y="2333"/>
                  <a:pt x="10629" y="2333"/>
                </a:cubicBezTo>
                <a:close/>
                <a:moveTo>
                  <a:pt x="9693" y="2333"/>
                </a:moveTo>
                <a:cubicBezTo>
                  <a:pt x="9909" y="2333"/>
                  <a:pt x="10085" y="2485"/>
                  <a:pt x="10085" y="2673"/>
                </a:cubicBezTo>
                <a:cubicBezTo>
                  <a:pt x="10085" y="2861"/>
                  <a:pt x="9909" y="3013"/>
                  <a:pt x="9693" y="3013"/>
                </a:cubicBezTo>
                <a:cubicBezTo>
                  <a:pt x="9477" y="3013"/>
                  <a:pt x="9302" y="2861"/>
                  <a:pt x="9302" y="2673"/>
                </a:cubicBezTo>
                <a:cubicBezTo>
                  <a:pt x="9302" y="2485"/>
                  <a:pt x="9477" y="2333"/>
                  <a:pt x="9693" y="2333"/>
                </a:cubicBezTo>
                <a:close/>
                <a:moveTo>
                  <a:pt x="8758" y="2333"/>
                </a:moveTo>
                <a:cubicBezTo>
                  <a:pt x="8974" y="2333"/>
                  <a:pt x="9149" y="2485"/>
                  <a:pt x="9149" y="2673"/>
                </a:cubicBezTo>
                <a:cubicBezTo>
                  <a:pt x="9149" y="2861"/>
                  <a:pt x="8974" y="3013"/>
                  <a:pt x="8758" y="3013"/>
                </a:cubicBezTo>
                <a:cubicBezTo>
                  <a:pt x="8541" y="3013"/>
                  <a:pt x="8366" y="2861"/>
                  <a:pt x="8366" y="2673"/>
                </a:cubicBezTo>
                <a:cubicBezTo>
                  <a:pt x="8366" y="2485"/>
                  <a:pt x="8541" y="2333"/>
                  <a:pt x="8758" y="2333"/>
                </a:cubicBezTo>
                <a:close/>
                <a:moveTo>
                  <a:pt x="7822" y="2333"/>
                </a:moveTo>
                <a:cubicBezTo>
                  <a:pt x="8038" y="2333"/>
                  <a:pt x="8214" y="2485"/>
                  <a:pt x="8214" y="2673"/>
                </a:cubicBezTo>
                <a:cubicBezTo>
                  <a:pt x="8214" y="2861"/>
                  <a:pt x="8038" y="3013"/>
                  <a:pt x="7822" y="3013"/>
                </a:cubicBezTo>
                <a:cubicBezTo>
                  <a:pt x="7606" y="3013"/>
                  <a:pt x="7431" y="2861"/>
                  <a:pt x="7431" y="2673"/>
                </a:cubicBezTo>
                <a:cubicBezTo>
                  <a:pt x="7431" y="2485"/>
                  <a:pt x="7606" y="2333"/>
                  <a:pt x="7822" y="2333"/>
                </a:cubicBezTo>
                <a:close/>
                <a:moveTo>
                  <a:pt x="6887" y="2333"/>
                </a:moveTo>
                <a:cubicBezTo>
                  <a:pt x="7103" y="2333"/>
                  <a:pt x="7278" y="2485"/>
                  <a:pt x="7278" y="2673"/>
                </a:cubicBezTo>
                <a:cubicBezTo>
                  <a:pt x="7278" y="2861"/>
                  <a:pt x="7103" y="3013"/>
                  <a:pt x="6887" y="3013"/>
                </a:cubicBezTo>
                <a:cubicBezTo>
                  <a:pt x="6670" y="3013"/>
                  <a:pt x="6495" y="2861"/>
                  <a:pt x="6495" y="2673"/>
                </a:cubicBezTo>
                <a:cubicBezTo>
                  <a:pt x="6495" y="2485"/>
                  <a:pt x="6670" y="2333"/>
                  <a:pt x="6887" y="2333"/>
                </a:cubicBezTo>
                <a:close/>
                <a:moveTo>
                  <a:pt x="5951" y="2333"/>
                </a:moveTo>
                <a:cubicBezTo>
                  <a:pt x="6167" y="2333"/>
                  <a:pt x="6343" y="2485"/>
                  <a:pt x="6343" y="2673"/>
                </a:cubicBezTo>
                <a:cubicBezTo>
                  <a:pt x="6343" y="2861"/>
                  <a:pt x="6167" y="3013"/>
                  <a:pt x="5951" y="3013"/>
                </a:cubicBezTo>
                <a:cubicBezTo>
                  <a:pt x="5735" y="3013"/>
                  <a:pt x="5560" y="2861"/>
                  <a:pt x="5560" y="2673"/>
                </a:cubicBezTo>
                <a:cubicBezTo>
                  <a:pt x="5560" y="2485"/>
                  <a:pt x="5735" y="2333"/>
                  <a:pt x="5951" y="2333"/>
                </a:cubicBezTo>
                <a:close/>
                <a:moveTo>
                  <a:pt x="5016" y="2333"/>
                </a:moveTo>
                <a:cubicBezTo>
                  <a:pt x="5232" y="2333"/>
                  <a:pt x="5407" y="2485"/>
                  <a:pt x="5407" y="2673"/>
                </a:cubicBezTo>
                <a:cubicBezTo>
                  <a:pt x="5407" y="2861"/>
                  <a:pt x="5232" y="3013"/>
                  <a:pt x="5016" y="3013"/>
                </a:cubicBezTo>
                <a:cubicBezTo>
                  <a:pt x="4799" y="3013"/>
                  <a:pt x="4624" y="2861"/>
                  <a:pt x="4624" y="2673"/>
                </a:cubicBezTo>
                <a:cubicBezTo>
                  <a:pt x="4624" y="2485"/>
                  <a:pt x="4799" y="2333"/>
                  <a:pt x="5016" y="2333"/>
                </a:cubicBezTo>
                <a:close/>
                <a:moveTo>
                  <a:pt x="4080" y="2333"/>
                </a:moveTo>
                <a:cubicBezTo>
                  <a:pt x="4296" y="2333"/>
                  <a:pt x="4472" y="2485"/>
                  <a:pt x="4472" y="2673"/>
                </a:cubicBezTo>
                <a:cubicBezTo>
                  <a:pt x="4472" y="2861"/>
                  <a:pt x="4296" y="3013"/>
                  <a:pt x="4080" y="3013"/>
                </a:cubicBezTo>
                <a:cubicBezTo>
                  <a:pt x="3864" y="3013"/>
                  <a:pt x="3689" y="2861"/>
                  <a:pt x="3689" y="2673"/>
                </a:cubicBezTo>
                <a:cubicBezTo>
                  <a:pt x="3689" y="2485"/>
                  <a:pt x="3864" y="2333"/>
                  <a:pt x="4080" y="2333"/>
                </a:cubicBezTo>
                <a:close/>
                <a:moveTo>
                  <a:pt x="3145" y="2333"/>
                </a:moveTo>
                <a:cubicBezTo>
                  <a:pt x="3361" y="2333"/>
                  <a:pt x="3536" y="2485"/>
                  <a:pt x="3536" y="2673"/>
                </a:cubicBezTo>
                <a:cubicBezTo>
                  <a:pt x="3536" y="2861"/>
                  <a:pt x="3361" y="3013"/>
                  <a:pt x="3145" y="3013"/>
                </a:cubicBezTo>
                <a:cubicBezTo>
                  <a:pt x="2928" y="3013"/>
                  <a:pt x="2753" y="2861"/>
                  <a:pt x="2753" y="2673"/>
                </a:cubicBezTo>
                <a:cubicBezTo>
                  <a:pt x="2753" y="2485"/>
                  <a:pt x="2928" y="2333"/>
                  <a:pt x="3145" y="2333"/>
                </a:cubicBezTo>
                <a:close/>
                <a:moveTo>
                  <a:pt x="2209" y="2333"/>
                </a:moveTo>
                <a:cubicBezTo>
                  <a:pt x="2425" y="2333"/>
                  <a:pt x="2601" y="2485"/>
                  <a:pt x="2601" y="2673"/>
                </a:cubicBezTo>
                <a:cubicBezTo>
                  <a:pt x="2601" y="2861"/>
                  <a:pt x="2425" y="3013"/>
                  <a:pt x="2209" y="3013"/>
                </a:cubicBezTo>
                <a:cubicBezTo>
                  <a:pt x="1995" y="3013"/>
                  <a:pt x="1819" y="2861"/>
                  <a:pt x="1819" y="2673"/>
                </a:cubicBezTo>
                <a:cubicBezTo>
                  <a:pt x="1819" y="2485"/>
                  <a:pt x="1995" y="2333"/>
                  <a:pt x="2209" y="2333"/>
                </a:cubicBezTo>
                <a:close/>
                <a:moveTo>
                  <a:pt x="1276" y="2333"/>
                </a:moveTo>
                <a:cubicBezTo>
                  <a:pt x="1492" y="2333"/>
                  <a:pt x="1667" y="2485"/>
                  <a:pt x="1667" y="2673"/>
                </a:cubicBezTo>
                <a:cubicBezTo>
                  <a:pt x="1667" y="2861"/>
                  <a:pt x="1492" y="3013"/>
                  <a:pt x="1276" y="3013"/>
                </a:cubicBezTo>
                <a:cubicBezTo>
                  <a:pt x="1059" y="3013"/>
                  <a:pt x="884" y="2861"/>
                  <a:pt x="884" y="2673"/>
                </a:cubicBezTo>
                <a:cubicBezTo>
                  <a:pt x="884" y="2485"/>
                  <a:pt x="1059" y="2333"/>
                  <a:pt x="1276" y="2333"/>
                </a:cubicBezTo>
                <a:close/>
                <a:moveTo>
                  <a:pt x="340" y="2333"/>
                </a:moveTo>
                <a:cubicBezTo>
                  <a:pt x="556" y="2333"/>
                  <a:pt x="731" y="2485"/>
                  <a:pt x="731" y="2673"/>
                </a:cubicBezTo>
                <a:cubicBezTo>
                  <a:pt x="731" y="2861"/>
                  <a:pt x="556" y="3013"/>
                  <a:pt x="340" y="3013"/>
                </a:cubicBezTo>
                <a:cubicBezTo>
                  <a:pt x="232" y="3013"/>
                  <a:pt x="134" y="2975"/>
                  <a:pt x="63" y="2913"/>
                </a:cubicBezTo>
                <a:lnTo>
                  <a:pt x="0" y="2781"/>
                </a:lnTo>
                <a:lnTo>
                  <a:pt x="0" y="2565"/>
                </a:lnTo>
                <a:lnTo>
                  <a:pt x="63" y="2432"/>
                </a:lnTo>
                <a:cubicBezTo>
                  <a:pt x="134" y="2371"/>
                  <a:pt x="232" y="2333"/>
                  <a:pt x="340" y="2333"/>
                </a:cubicBezTo>
                <a:close/>
                <a:moveTo>
                  <a:pt x="20919" y="1432"/>
                </a:moveTo>
                <a:cubicBezTo>
                  <a:pt x="21027" y="1432"/>
                  <a:pt x="21125" y="1470"/>
                  <a:pt x="21196" y="1532"/>
                </a:cubicBezTo>
                <a:lnTo>
                  <a:pt x="21261" y="1668"/>
                </a:lnTo>
                <a:lnTo>
                  <a:pt x="21288" y="1820"/>
                </a:lnTo>
                <a:lnTo>
                  <a:pt x="21196" y="2012"/>
                </a:lnTo>
                <a:cubicBezTo>
                  <a:pt x="21125" y="2074"/>
                  <a:pt x="21027" y="2112"/>
                  <a:pt x="20919" y="2112"/>
                </a:cubicBezTo>
                <a:cubicBezTo>
                  <a:pt x="20703" y="2112"/>
                  <a:pt x="20528" y="1960"/>
                  <a:pt x="20528" y="1772"/>
                </a:cubicBezTo>
                <a:cubicBezTo>
                  <a:pt x="20528" y="1584"/>
                  <a:pt x="20703" y="1432"/>
                  <a:pt x="20919" y="1432"/>
                </a:cubicBezTo>
                <a:close/>
                <a:moveTo>
                  <a:pt x="19984" y="1432"/>
                </a:moveTo>
                <a:cubicBezTo>
                  <a:pt x="20200" y="1432"/>
                  <a:pt x="20375" y="1584"/>
                  <a:pt x="20375" y="1772"/>
                </a:cubicBezTo>
                <a:cubicBezTo>
                  <a:pt x="20375" y="1960"/>
                  <a:pt x="20200" y="2112"/>
                  <a:pt x="19984" y="2112"/>
                </a:cubicBezTo>
                <a:cubicBezTo>
                  <a:pt x="19767" y="2112"/>
                  <a:pt x="19592" y="1960"/>
                  <a:pt x="19592" y="1772"/>
                </a:cubicBezTo>
                <a:cubicBezTo>
                  <a:pt x="19592" y="1584"/>
                  <a:pt x="19767" y="1432"/>
                  <a:pt x="19984" y="1432"/>
                </a:cubicBezTo>
                <a:close/>
                <a:moveTo>
                  <a:pt x="19048" y="1432"/>
                </a:moveTo>
                <a:cubicBezTo>
                  <a:pt x="19264" y="1432"/>
                  <a:pt x="19440" y="1584"/>
                  <a:pt x="19440" y="1772"/>
                </a:cubicBezTo>
                <a:cubicBezTo>
                  <a:pt x="19440" y="1960"/>
                  <a:pt x="19264" y="2112"/>
                  <a:pt x="19048" y="2112"/>
                </a:cubicBezTo>
                <a:cubicBezTo>
                  <a:pt x="18832" y="2112"/>
                  <a:pt x="18657" y="1960"/>
                  <a:pt x="18657" y="1772"/>
                </a:cubicBezTo>
                <a:cubicBezTo>
                  <a:pt x="18657" y="1584"/>
                  <a:pt x="18832" y="1432"/>
                  <a:pt x="19048" y="1432"/>
                </a:cubicBezTo>
                <a:close/>
                <a:moveTo>
                  <a:pt x="18113" y="1432"/>
                </a:moveTo>
                <a:cubicBezTo>
                  <a:pt x="18329" y="1432"/>
                  <a:pt x="18504" y="1584"/>
                  <a:pt x="18504" y="1772"/>
                </a:cubicBezTo>
                <a:cubicBezTo>
                  <a:pt x="18504" y="1960"/>
                  <a:pt x="18329" y="2112"/>
                  <a:pt x="18113" y="2112"/>
                </a:cubicBezTo>
                <a:cubicBezTo>
                  <a:pt x="17896" y="2112"/>
                  <a:pt x="17721" y="1960"/>
                  <a:pt x="17721" y="1772"/>
                </a:cubicBezTo>
                <a:cubicBezTo>
                  <a:pt x="17721" y="1584"/>
                  <a:pt x="17896" y="1432"/>
                  <a:pt x="18113" y="1432"/>
                </a:cubicBezTo>
                <a:close/>
                <a:moveTo>
                  <a:pt x="17177" y="1432"/>
                </a:moveTo>
                <a:cubicBezTo>
                  <a:pt x="17393" y="1432"/>
                  <a:pt x="17569" y="1584"/>
                  <a:pt x="17569" y="1772"/>
                </a:cubicBezTo>
                <a:cubicBezTo>
                  <a:pt x="17569" y="1960"/>
                  <a:pt x="17393" y="2112"/>
                  <a:pt x="17177" y="2112"/>
                </a:cubicBezTo>
                <a:cubicBezTo>
                  <a:pt x="16961" y="2112"/>
                  <a:pt x="16786" y="1960"/>
                  <a:pt x="16786" y="1772"/>
                </a:cubicBezTo>
                <a:cubicBezTo>
                  <a:pt x="16786" y="1584"/>
                  <a:pt x="16961" y="1432"/>
                  <a:pt x="17177" y="1432"/>
                </a:cubicBezTo>
                <a:close/>
                <a:moveTo>
                  <a:pt x="16242" y="1432"/>
                </a:moveTo>
                <a:cubicBezTo>
                  <a:pt x="16458" y="1432"/>
                  <a:pt x="16633" y="1584"/>
                  <a:pt x="16633" y="1772"/>
                </a:cubicBezTo>
                <a:cubicBezTo>
                  <a:pt x="16633" y="1960"/>
                  <a:pt x="16458" y="2112"/>
                  <a:pt x="16242" y="2112"/>
                </a:cubicBezTo>
                <a:cubicBezTo>
                  <a:pt x="16025" y="2112"/>
                  <a:pt x="15850" y="1960"/>
                  <a:pt x="15850" y="1772"/>
                </a:cubicBezTo>
                <a:cubicBezTo>
                  <a:pt x="15850" y="1584"/>
                  <a:pt x="16025" y="1432"/>
                  <a:pt x="16242" y="1432"/>
                </a:cubicBezTo>
                <a:close/>
                <a:moveTo>
                  <a:pt x="15306" y="1432"/>
                </a:moveTo>
                <a:cubicBezTo>
                  <a:pt x="15522" y="1432"/>
                  <a:pt x="15698" y="1584"/>
                  <a:pt x="15698" y="1772"/>
                </a:cubicBezTo>
                <a:cubicBezTo>
                  <a:pt x="15698" y="1960"/>
                  <a:pt x="15522" y="2112"/>
                  <a:pt x="15306" y="2112"/>
                </a:cubicBezTo>
                <a:cubicBezTo>
                  <a:pt x="15090" y="2112"/>
                  <a:pt x="14915" y="1960"/>
                  <a:pt x="14915" y="1772"/>
                </a:cubicBezTo>
                <a:cubicBezTo>
                  <a:pt x="14915" y="1584"/>
                  <a:pt x="15090" y="1432"/>
                  <a:pt x="15306" y="1432"/>
                </a:cubicBezTo>
                <a:close/>
                <a:moveTo>
                  <a:pt x="14371" y="1432"/>
                </a:moveTo>
                <a:cubicBezTo>
                  <a:pt x="14587" y="1432"/>
                  <a:pt x="14762" y="1584"/>
                  <a:pt x="14762" y="1772"/>
                </a:cubicBezTo>
                <a:cubicBezTo>
                  <a:pt x="14762" y="1960"/>
                  <a:pt x="14587" y="2112"/>
                  <a:pt x="14371" y="2112"/>
                </a:cubicBezTo>
                <a:cubicBezTo>
                  <a:pt x="14154" y="2112"/>
                  <a:pt x="13979" y="1960"/>
                  <a:pt x="13979" y="1772"/>
                </a:cubicBezTo>
                <a:cubicBezTo>
                  <a:pt x="13979" y="1584"/>
                  <a:pt x="14154" y="1432"/>
                  <a:pt x="14371" y="1432"/>
                </a:cubicBezTo>
                <a:close/>
                <a:moveTo>
                  <a:pt x="13435" y="1432"/>
                </a:moveTo>
                <a:cubicBezTo>
                  <a:pt x="13651" y="1432"/>
                  <a:pt x="13827" y="1584"/>
                  <a:pt x="13827" y="1772"/>
                </a:cubicBezTo>
                <a:cubicBezTo>
                  <a:pt x="13827" y="1960"/>
                  <a:pt x="13651" y="2112"/>
                  <a:pt x="13435" y="2112"/>
                </a:cubicBezTo>
                <a:cubicBezTo>
                  <a:pt x="13219" y="2112"/>
                  <a:pt x="13044" y="1960"/>
                  <a:pt x="13044" y="1772"/>
                </a:cubicBezTo>
                <a:cubicBezTo>
                  <a:pt x="13044" y="1584"/>
                  <a:pt x="13219" y="1432"/>
                  <a:pt x="13435" y="1432"/>
                </a:cubicBezTo>
                <a:close/>
                <a:moveTo>
                  <a:pt x="12500" y="1432"/>
                </a:moveTo>
                <a:cubicBezTo>
                  <a:pt x="12716" y="1432"/>
                  <a:pt x="12891" y="1584"/>
                  <a:pt x="12891" y="1772"/>
                </a:cubicBezTo>
                <a:cubicBezTo>
                  <a:pt x="12891" y="1960"/>
                  <a:pt x="12716" y="2112"/>
                  <a:pt x="12500" y="2112"/>
                </a:cubicBezTo>
                <a:cubicBezTo>
                  <a:pt x="12283" y="2112"/>
                  <a:pt x="12108" y="1960"/>
                  <a:pt x="12108" y="1772"/>
                </a:cubicBezTo>
                <a:cubicBezTo>
                  <a:pt x="12108" y="1584"/>
                  <a:pt x="12283" y="1432"/>
                  <a:pt x="12500" y="1432"/>
                </a:cubicBezTo>
                <a:close/>
                <a:moveTo>
                  <a:pt x="11564" y="1432"/>
                </a:moveTo>
                <a:cubicBezTo>
                  <a:pt x="11780" y="1432"/>
                  <a:pt x="11956" y="1584"/>
                  <a:pt x="11956" y="1772"/>
                </a:cubicBezTo>
                <a:cubicBezTo>
                  <a:pt x="11956" y="1960"/>
                  <a:pt x="11780" y="2112"/>
                  <a:pt x="11564" y="2112"/>
                </a:cubicBezTo>
                <a:cubicBezTo>
                  <a:pt x="11348" y="2112"/>
                  <a:pt x="11173" y="1960"/>
                  <a:pt x="11173" y="1772"/>
                </a:cubicBezTo>
                <a:cubicBezTo>
                  <a:pt x="11173" y="1584"/>
                  <a:pt x="11348" y="1432"/>
                  <a:pt x="11564" y="1432"/>
                </a:cubicBezTo>
                <a:close/>
                <a:moveTo>
                  <a:pt x="10629" y="1432"/>
                </a:moveTo>
                <a:cubicBezTo>
                  <a:pt x="10845" y="1432"/>
                  <a:pt x="11020" y="1584"/>
                  <a:pt x="11020" y="1772"/>
                </a:cubicBezTo>
                <a:cubicBezTo>
                  <a:pt x="11020" y="1960"/>
                  <a:pt x="10845" y="2112"/>
                  <a:pt x="10629" y="2112"/>
                </a:cubicBezTo>
                <a:cubicBezTo>
                  <a:pt x="10412" y="2112"/>
                  <a:pt x="10237" y="1960"/>
                  <a:pt x="10237" y="1772"/>
                </a:cubicBezTo>
                <a:cubicBezTo>
                  <a:pt x="10237" y="1584"/>
                  <a:pt x="10412" y="1432"/>
                  <a:pt x="10629" y="1432"/>
                </a:cubicBezTo>
                <a:close/>
                <a:moveTo>
                  <a:pt x="9693" y="1432"/>
                </a:moveTo>
                <a:cubicBezTo>
                  <a:pt x="9909" y="1432"/>
                  <a:pt x="10085" y="1584"/>
                  <a:pt x="10085" y="1772"/>
                </a:cubicBezTo>
                <a:cubicBezTo>
                  <a:pt x="10085" y="1960"/>
                  <a:pt x="9909" y="2112"/>
                  <a:pt x="9693" y="2112"/>
                </a:cubicBezTo>
                <a:cubicBezTo>
                  <a:pt x="9477" y="2112"/>
                  <a:pt x="9302" y="1960"/>
                  <a:pt x="9302" y="1772"/>
                </a:cubicBezTo>
                <a:cubicBezTo>
                  <a:pt x="9302" y="1584"/>
                  <a:pt x="9477" y="1432"/>
                  <a:pt x="9693" y="1432"/>
                </a:cubicBezTo>
                <a:close/>
                <a:moveTo>
                  <a:pt x="8758" y="1432"/>
                </a:moveTo>
                <a:cubicBezTo>
                  <a:pt x="8974" y="1432"/>
                  <a:pt x="9149" y="1584"/>
                  <a:pt x="9149" y="1772"/>
                </a:cubicBezTo>
                <a:cubicBezTo>
                  <a:pt x="9149" y="1960"/>
                  <a:pt x="8974" y="2112"/>
                  <a:pt x="8758" y="2112"/>
                </a:cubicBezTo>
                <a:cubicBezTo>
                  <a:pt x="8541" y="2112"/>
                  <a:pt x="8366" y="1960"/>
                  <a:pt x="8366" y="1772"/>
                </a:cubicBezTo>
                <a:cubicBezTo>
                  <a:pt x="8366" y="1584"/>
                  <a:pt x="8541" y="1432"/>
                  <a:pt x="8758" y="1432"/>
                </a:cubicBezTo>
                <a:close/>
                <a:moveTo>
                  <a:pt x="7822" y="1432"/>
                </a:moveTo>
                <a:cubicBezTo>
                  <a:pt x="8038" y="1432"/>
                  <a:pt x="8214" y="1584"/>
                  <a:pt x="8214" y="1772"/>
                </a:cubicBezTo>
                <a:cubicBezTo>
                  <a:pt x="8214" y="1960"/>
                  <a:pt x="8038" y="2112"/>
                  <a:pt x="7822" y="2112"/>
                </a:cubicBezTo>
                <a:cubicBezTo>
                  <a:pt x="7606" y="2112"/>
                  <a:pt x="7431" y="1960"/>
                  <a:pt x="7431" y="1772"/>
                </a:cubicBezTo>
                <a:cubicBezTo>
                  <a:pt x="7431" y="1584"/>
                  <a:pt x="7606" y="1432"/>
                  <a:pt x="7822" y="1432"/>
                </a:cubicBezTo>
                <a:close/>
                <a:moveTo>
                  <a:pt x="6887" y="1432"/>
                </a:moveTo>
                <a:cubicBezTo>
                  <a:pt x="7103" y="1432"/>
                  <a:pt x="7278" y="1584"/>
                  <a:pt x="7278" y="1772"/>
                </a:cubicBezTo>
                <a:cubicBezTo>
                  <a:pt x="7278" y="1960"/>
                  <a:pt x="7103" y="2112"/>
                  <a:pt x="6887" y="2112"/>
                </a:cubicBezTo>
                <a:cubicBezTo>
                  <a:pt x="6670" y="2112"/>
                  <a:pt x="6495" y="1960"/>
                  <a:pt x="6495" y="1772"/>
                </a:cubicBezTo>
                <a:cubicBezTo>
                  <a:pt x="6495" y="1584"/>
                  <a:pt x="6670" y="1432"/>
                  <a:pt x="6887" y="1432"/>
                </a:cubicBezTo>
                <a:close/>
                <a:moveTo>
                  <a:pt x="5951" y="1432"/>
                </a:moveTo>
                <a:cubicBezTo>
                  <a:pt x="6167" y="1432"/>
                  <a:pt x="6343" y="1584"/>
                  <a:pt x="6343" y="1772"/>
                </a:cubicBezTo>
                <a:cubicBezTo>
                  <a:pt x="6343" y="1960"/>
                  <a:pt x="6167" y="2112"/>
                  <a:pt x="5951" y="2112"/>
                </a:cubicBezTo>
                <a:cubicBezTo>
                  <a:pt x="5735" y="2112"/>
                  <a:pt x="5560" y="1960"/>
                  <a:pt x="5560" y="1772"/>
                </a:cubicBezTo>
                <a:cubicBezTo>
                  <a:pt x="5560" y="1584"/>
                  <a:pt x="5735" y="1432"/>
                  <a:pt x="5951" y="1432"/>
                </a:cubicBezTo>
                <a:close/>
                <a:moveTo>
                  <a:pt x="5016" y="1432"/>
                </a:moveTo>
                <a:cubicBezTo>
                  <a:pt x="5232" y="1432"/>
                  <a:pt x="5407" y="1584"/>
                  <a:pt x="5407" y="1772"/>
                </a:cubicBezTo>
                <a:cubicBezTo>
                  <a:pt x="5407" y="1960"/>
                  <a:pt x="5232" y="2112"/>
                  <a:pt x="5016" y="2112"/>
                </a:cubicBezTo>
                <a:cubicBezTo>
                  <a:pt x="4799" y="2112"/>
                  <a:pt x="4624" y="1960"/>
                  <a:pt x="4624" y="1772"/>
                </a:cubicBezTo>
                <a:cubicBezTo>
                  <a:pt x="4624" y="1584"/>
                  <a:pt x="4799" y="1432"/>
                  <a:pt x="5016" y="1432"/>
                </a:cubicBezTo>
                <a:close/>
                <a:moveTo>
                  <a:pt x="4080" y="1432"/>
                </a:moveTo>
                <a:cubicBezTo>
                  <a:pt x="4296" y="1432"/>
                  <a:pt x="4472" y="1584"/>
                  <a:pt x="4472" y="1772"/>
                </a:cubicBezTo>
                <a:cubicBezTo>
                  <a:pt x="4472" y="1960"/>
                  <a:pt x="4296" y="2112"/>
                  <a:pt x="4080" y="2112"/>
                </a:cubicBezTo>
                <a:cubicBezTo>
                  <a:pt x="3864" y="2112"/>
                  <a:pt x="3689" y="1960"/>
                  <a:pt x="3689" y="1772"/>
                </a:cubicBezTo>
                <a:cubicBezTo>
                  <a:pt x="3689" y="1584"/>
                  <a:pt x="3864" y="1432"/>
                  <a:pt x="4080" y="1432"/>
                </a:cubicBezTo>
                <a:close/>
                <a:moveTo>
                  <a:pt x="3145" y="1432"/>
                </a:moveTo>
                <a:cubicBezTo>
                  <a:pt x="3361" y="1432"/>
                  <a:pt x="3536" y="1584"/>
                  <a:pt x="3536" y="1772"/>
                </a:cubicBezTo>
                <a:cubicBezTo>
                  <a:pt x="3536" y="1960"/>
                  <a:pt x="3361" y="2112"/>
                  <a:pt x="3145" y="2112"/>
                </a:cubicBezTo>
                <a:cubicBezTo>
                  <a:pt x="2928" y="2112"/>
                  <a:pt x="2753" y="1960"/>
                  <a:pt x="2753" y="1772"/>
                </a:cubicBezTo>
                <a:cubicBezTo>
                  <a:pt x="2753" y="1584"/>
                  <a:pt x="2928" y="1432"/>
                  <a:pt x="3145" y="1432"/>
                </a:cubicBezTo>
                <a:close/>
                <a:moveTo>
                  <a:pt x="2209" y="1432"/>
                </a:moveTo>
                <a:cubicBezTo>
                  <a:pt x="2425" y="1432"/>
                  <a:pt x="2601" y="1584"/>
                  <a:pt x="2601" y="1772"/>
                </a:cubicBezTo>
                <a:cubicBezTo>
                  <a:pt x="2601" y="1960"/>
                  <a:pt x="2425" y="2112"/>
                  <a:pt x="2209" y="2112"/>
                </a:cubicBezTo>
                <a:cubicBezTo>
                  <a:pt x="1995" y="2112"/>
                  <a:pt x="1819" y="1960"/>
                  <a:pt x="1819" y="1772"/>
                </a:cubicBezTo>
                <a:cubicBezTo>
                  <a:pt x="1819" y="1584"/>
                  <a:pt x="1995" y="1432"/>
                  <a:pt x="2209" y="1432"/>
                </a:cubicBezTo>
                <a:close/>
                <a:moveTo>
                  <a:pt x="1276" y="1432"/>
                </a:moveTo>
                <a:cubicBezTo>
                  <a:pt x="1492" y="1432"/>
                  <a:pt x="1667" y="1584"/>
                  <a:pt x="1667" y="1772"/>
                </a:cubicBezTo>
                <a:cubicBezTo>
                  <a:pt x="1667" y="1960"/>
                  <a:pt x="1492" y="2112"/>
                  <a:pt x="1276" y="2112"/>
                </a:cubicBezTo>
                <a:cubicBezTo>
                  <a:pt x="1059" y="2112"/>
                  <a:pt x="884" y="1960"/>
                  <a:pt x="884" y="1772"/>
                </a:cubicBezTo>
                <a:cubicBezTo>
                  <a:pt x="884" y="1584"/>
                  <a:pt x="1059" y="1432"/>
                  <a:pt x="1276" y="1432"/>
                </a:cubicBezTo>
                <a:close/>
                <a:moveTo>
                  <a:pt x="340" y="1432"/>
                </a:moveTo>
                <a:cubicBezTo>
                  <a:pt x="556" y="1432"/>
                  <a:pt x="732" y="1584"/>
                  <a:pt x="732" y="1772"/>
                </a:cubicBezTo>
                <a:cubicBezTo>
                  <a:pt x="732" y="1960"/>
                  <a:pt x="556" y="2112"/>
                  <a:pt x="340" y="2112"/>
                </a:cubicBezTo>
                <a:cubicBezTo>
                  <a:pt x="232" y="2112"/>
                  <a:pt x="134" y="2074"/>
                  <a:pt x="63" y="2012"/>
                </a:cubicBezTo>
                <a:lnTo>
                  <a:pt x="0" y="1880"/>
                </a:lnTo>
                <a:lnTo>
                  <a:pt x="0" y="1664"/>
                </a:lnTo>
                <a:lnTo>
                  <a:pt x="63" y="1532"/>
                </a:lnTo>
                <a:cubicBezTo>
                  <a:pt x="134" y="1470"/>
                  <a:pt x="232" y="1432"/>
                  <a:pt x="340" y="1432"/>
                </a:cubicBezTo>
                <a:close/>
                <a:moveTo>
                  <a:pt x="20919" y="531"/>
                </a:moveTo>
                <a:lnTo>
                  <a:pt x="20963" y="539"/>
                </a:lnTo>
                <a:lnTo>
                  <a:pt x="21142" y="1143"/>
                </a:lnTo>
                <a:lnTo>
                  <a:pt x="21072" y="1185"/>
                </a:lnTo>
                <a:cubicBezTo>
                  <a:pt x="21025" y="1202"/>
                  <a:pt x="20973" y="1211"/>
                  <a:pt x="20919" y="1211"/>
                </a:cubicBezTo>
                <a:cubicBezTo>
                  <a:pt x="20703" y="1211"/>
                  <a:pt x="20528" y="1059"/>
                  <a:pt x="20528" y="871"/>
                </a:cubicBezTo>
                <a:cubicBezTo>
                  <a:pt x="20528" y="684"/>
                  <a:pt x="20703" y="531"/>
                  <a:pt x="20919" y="531"/>
                </a:cubicBezTo>
                <a:close/>
                <a:moveTo>
                  <a:pt x="19984" y="531"/>
                </a:moveTo>
                <a:cubicBezTo>
                  <a:pt x="20200" y="531"/>
                  <a:pt x="20375" y="684"/>
                  <a:pt x="20375" y="871"/>
                </a:cubicBezTo>
                <a:cubicBezTo>
                  <a:pt x="20375" y="1059"/>
                  <a:pt x="20200" y="1211"/>
                  <a:pt x="19984" y="1211"/>
                </a:cubicBezTo>
                <a:cubicBezTo>
                  <a:pt x="19767" y="1211"/>
                  <a:pt x="19592" y="1059"/>
                  <a:pt x="19592" y="871"/>
                </a:cubicBezTo>
                <a:cubicBezTo>
                  <a:pt x="19592" y="684"/>
                  <a:pt x="19767" y="531"/>
                  <a:pt x="19984" y="531"/>
                </a:cubicBezTo>
                <a:close/>
                <a:moveTo>
                  <a:pt x="19048" y="531"/>
                </a:moveTo>
                <a:cubicBezTo>
                  <a:pt x="19264" y="531"/>
                  <a:pt x="19440" y="684"/>
                  <a:pt x="19440" y="871"/>
                </a:cubicBezTo>
                <a:cubicBezTo>
                  <a:pt x="19440" y="1059"/>
                  <a:pt x="19264" y="1211"/>
                  <a:pt x="19048" y="1211"/>
                </a:cubicBezTo>
                <a:cubicBezTo>
                  <a:pt x="18832" y="1211"/>
                  <a:pt x="18657" y="1059"/>
                  <a:pt x="18657" y="871"/>
                </a:cubicBezTo>
                <a:cubicBezTo>
                  <a:pt x="18657" y="684"/>
                  <a:pt x="18832" y="531"/>
                  <a:pt x="19048" y="531"/>
                </a:cubicBezTo>
                <a:close/>
                <a:moveTo>
                  <a:pt x="18113" y="531"/>
                </a:moveTo>
                <a:cubicBezTo>
                  <a:pt x="18329" y="531"/>
                  <a:pt x="18504" y="684"/>
                  <a:pt x="18504" y="871"/>
                </a:cubicBezTo>
                <a:cubicBezTo>
                  <a:pt x="18504" y="1059"/>
                  <a:pt x="18329" y="1211"/>
                  <a:pt x="18113" y="1211"/>
                </a:cubicBezTo>
                <a:cubicBezTo>
                  <a:pt x="17896" y="1211"/>
                  <a:pt x="17721" y="1059"/>
                  <a:pt x="17721" y="871"/>
                </a:cubicBezTo>
                <a:cubicBezTo>
                  <a:pt x="17721" y="684"/>
                  <a:pt x="17896" y="531"/>
                  <a:pt x="18113" y="531"/>
                </a:cubicBezTo>
                <a:close/>
                <a:moveTo>
                  <a:pt x="17177" y="531"/>
                </a:moveTo>
                <a:cubicBezTo>
                  <a:pt x="17393" y="531"/>
                  <a:pt x="17569" y="684"/>
                  <a:pt x="17569" y="871"/>
                </a:cubicBezTo>
                <a:cubicBezTo>
                  <a:pt x="17569" y="1059"/>
                  <a:pt x="17393" y="1211"/>
                  <a:pt x="17177" y="1211"/>
                </a:cubicBezTo>
                <a:cubicBezTo>
                  <a:pt x="16961" y="1211"/>
                  <a:pt x="16786" y="1059"/>
                  <a:pt x="16786" y="871"/>
                </a:cubicBezTo>
                <a:cubicBezTo>
                  <a:pt x="16786" y="684"/>
                  <a:pt x="16961" y="531"/>
                  <a:pt x="17177" y="531"/>
                </a:cubicBezTo>
                <a:close/>
                <a:moveTo>
                  <a:pt x="16242" y="531"/>
                </a:moveTo>
                <a:cubicBezTo>
                  <a:pt x="16458" y="531"/>
                  <a:pt x="16633" y="684"/>
                  <a:pt x="16633" y="871"/>
                </a:cubicBezTo>
                <a:cubicBezTo>
                  <a:pt x="16633" y="1059"/>
                  <a:pt x="16458" y="1211"/>
                  <a:pt x="16242" y="1211"/>
                </a:cubicBezTo>
                <a:cubicBezTo>
                  <a:pt x="16025" y="1211"/>
                  <a:pt x="15850" y="1059"/>
                  <a:pt x="15850" y="871"/>
                </a:cubicBezTo>
                <a:cubicBezTo>
                  <a:pt x="15850" y="684"/>
                  <a:pt x="16025" y="531"/>
                  <a:pt x="16242" y="531"/>
                </a:cubicBezTo>
                <a:close/>
                <a:moveTo>
                  <a:pt x="15306" y="531"/>
                </a:moveTo>
                <a:cubicBezTo>
                  <a:pt x="15522" y="531"/>
                  <a:pt x="15698" y="684"/>
                  <a:pt x="15698" y="871"/>
                </a:cubicBezTo>
                <a:cubicBezTo>
                  <a:pt x="15698" y="1059"/>
                  <a:pt x="15522" y="1211"/>
                  <a:pt x="15306" y="1211"/>
                </a:cubicBezTo>
                <a:cubicBezTo>
                  <a:pt x="15090" y="1211"/>
                  <a:pt x="14915" y="1059"/>
                  <a:pt x="14915" y="871"/>
                </a:cubicBezTo>
                <a:cubicBezTo>
                  <a:pt x="14915" y="684"/>
                  <a:pt x="15090" y="531"/>
                  <a:pt x="15306" y="531"/>
                </a:cubicBezTo>
                <a:close/>
                <a:moveTo>
                  <a:pt x="14371" y="531"/>
                </a:moveTo>
                <a:cubicBezTo>
                  <a:pt x="14587" y="531"/>
                  <a:pt x="14762" y="684"/>
                  <a:pt x="14762" y="871"/>
                </a:cubicBezTo>
                <a:cubicBezTo>
                  <a:pt x="14762" y="1059"/>
                  <a:pt x="14587" y="1211"/>
                  <a:pt x="14371" y="1211"/>
                </a:cubicBezTo>
                <a:cubicBezTo>
                  <a:pt x="14154" y="1211"/>
                  <a:pt x="13979" y="1059"/>
                  <a:pt x="13979" y="871"/>
                </a:cubicBezTo>
                <a:cubicBezTo>
                  <a:pt x="13979" y="684"/>
                  <a:pt x="14154" y="531"/>
                  <a:pt x="14371" y="531"/>
                </a:cubicBezTo>
                <a:close/>
                <a:moveTo>
                  <a:pt x="13435" y="531"/>
                </a:moveTo>
                <a:cubicBezTo>
                  <a:pt x="13651" y="531"/>
                  <a:pt x="13827" y="684"/>
                  <a:pt x="13827" y="871"/>
                </a:cubicBezTo>
                <a:cubicBezTo>
                  <a:pt x="13827" y="1059"/>
                  <a:pt x="13651" y="1211"/>
                  <a:pt x="13435" y="1211"/>
                </a:cubicBezTo>
                <a:cubicBezTo>
                  <a:pt x="13219" y="1211"/>
                  <a:pt x="13044" y="1059"/>
                  <a:pt x="13044" y="871"/>
                </a:cubicBezTo>
                <a:cubicBezTo>
                  <a:pt x="13044" y="684"/>
                  <a:pt x="13219" y="531"/>
                  <a:pt x="13435" y="531"/>
                </a:cubicBezTo>
                <a:close/>
                <a:moveTo>
                  <a:pt x="12500" y="531"/>
                </a:moveTo>
                <a:cubicBezTo>
                  <a:pt x="12716" y="531"/>
                  <a:pt x="12891" y="684"/>
                  <a:pt x="12891" y="871"/>
                </a:cubicBezTo>
                <a:cubicBezTo>
                  <a:pt x="12891" y="1059"/>
                  <a:pt x="12716" y="1211"/>
                  <a:pt x="12500" y="1211"/>
                </a:cubicBezTo>
                <a:cubicBezTo>
                  <a:pt x="12283" y="1211"/>
                  <a:pt x="12108" y="1059"/>
                  <a:pt x="12108" y="871"/>
                </a:cubicBezTo>
                <a:cubicBezTo>
                  <a:pt x="12108" y="684"/>
                  <a:pt x="12283" y="531"/>
                  <a:pt x="12500" y="531"/>
                </a:cubicBezTo>
                <a:close/>
                <a:moveTo>
                  <a:pt x="11564" y="531"/>
                </a:moveTo>
                <a:cubicBezTo>
                  <a:pt x="11780" y="531"/>
                  <a:pt x="11956" y="684"/>
                  <a:pt x="11956" y="871"/>
                </a:cubicBezTo>
                <a:cubicBezTo>
                  <a:pt x="11956" y="1059"/>
                  <a:pt x="11780" y="1211"/>
                  <a:pt x="11564" y="1211"/>
                </a:cubicBezTo>
                <a:cubicBezTo>
                  <a:pt x="11348" y="1211"/>
                  <a:pt x="11173" y="1059"/>
                  <a:pt x="11173" y="871"/>
                </a:cubicBezTo>
                <a:cubicBezTo>
                  <a:pt x="11173" y="684"/>
                  <a:pt x="11348" y="531"/>
                  <a:pt x="11564" y="531"/>
                </a:cubicBezTo>
                <a:close/>
                <a:moveTo>
                  <a:pt x="10629" y="531"/>
                </a:moveTo>
                <a:cubicBezTo>
                  <a:pt x="10845" y="531"/>
                  <a:pt x="11020" y="684"/>
                  <a:pt x="11020" y="871"/>
                </a:cubicBezTo>
                <a:cubicBezTo>
                  <a:pt x="11020" y="1059"/>
                  <a:pt x="10845" y="1211"/>
                  <a:pt x="10629" y="1211"/>
                </a:cubicBezTo>
                <a:cubicBezTo>
                  <a:pt x="10412" y="1211"/>
                  <a:pt x="10237" y="1059"/>
                  <a:pt x="10237" y="871"/>
                </a:cubicBezTo>
                <a:cubicBezTo>
                  <a:pt x="10237" y="684"/>
                  <a:pt x="10412" y="531"/>
                  <a:pt x="10629" y="531"/>
                </a:cubicBezTo>
                <a:close/>
                <a:moveTo>
                  <a:pt x="9693" y="531"/>
                </a:moveTo>
                <a:cubicBezTo>
                  <a:pt x="9909" y="531"/>
                  <a:pt x="10085" y="684"/>
                  <a:pt x="10085" y="871"/>
                </a:cubicBezTo>
                <a:cubicBezTo>
                  <a:pt x="10085" y="1059"/>
                  <a:pt x="9909" y="1211"/>
                  <a:pt x="9693" y="1211"/>
                </a:cubicBezTo>
                <a:cubicBezTo>
                  <a:pt x="9477" y="1211"/>
                  <a:pt x="9302" y="1059"/>
                  <a:pt x="9302" y="871"/>
                </a:cubicBezTo>
                <a:cubicBezTo>
                  <a:pt x="9302" y="684"/>
                  <a:pt x="9477" y="531"/>
                  <a:pt x="9693" y="531"/>
                </a:cubicBezTo>
                <a:close/>
                <a:moveTo>
                  <a:pt x="8758" y="531"/>
                </a:moveTo>
                <a:cubicBezTo>
                  <a:pt x="8974" y="531"/>
                  <a:pt x="9149" y="684"/>
                  <a:pt x="9149" y="871"/>
                </a:cubicBezTo>
                <a:cubicBezTo>
                  <a:pt x="9149" y="1059"/>
                  <a:pt x="8974" y="1211"/>
                  <a:pt x="8758" y="1211"/>
                </a:cubicBezTo>
                <a:cubicBezTo>
                  <a:pt x="8541" y="1211"/>
                  <a:pt x="8366" y="1059"/>
                  <a:pt x="8366" y="871"/>
                </a:cubicBezTo>
                <a:cubicBezTo>
                  <a:pt x="8366" y="684"/>
                  <a:pt x="8541" y="531"/>
                  <a:pt x="8758" y="531"/>
                </a:cubicBezTo>
                <a:close/>
                <a:moveTo>
                  <a:pt x="7822" y="531"/>
                </a:moveTo>
                <a:cubicBezTo>
                  <a:pt x="8038" y="531"/>
                  <a:pt x="8214" y="684"/>
                  <a:pt x="8214" y="871"/>
                </a:cubicBezTo>
                <a:cubicBezTo>
                  <a:pt x="8214" y="1059"/>
                  <a:pt x="8038" y="1211"/>
                  <a:pt x="7822" y="1211"/>
                </a:cubicBezTo>
                <a:cubicBezTo>
                  <a:pt x="7606" y="1211"/>
                  <a:pt x="7431" y="1059"/>
                  <a:pt x="7431" y="871"/>
                </a:cubicBezTo>
                <a:cubicBezTo>
                  <a:pt x="7431" y="684"/>
                  <a:pt x="7606" y="531"/>
                  <a:pt x="7822" y="531"/>
                </a:cubicBezTo>
                <a:close/>
                <a:moveTo>
                  <a:pt x="6887" y="531"/>
                </a:moveTo>
                <a:cubicBezTo>
                  <a:pt x="7103" y="531"/>
                  <a:pt x="7278" y="684"/>
                  <a:pt x="7278" y="871"/>
                </a:cubicBezTo>
                <a:cubicBezTo>
                  <a:pt x="7278" y="1059"/>
                  <a:pt x="7103" y="1211"/>
                  <a:pt x="6887" y="1211"/>
                </a:cubicBezTo>
                <a:cubicBezTo>
                  <a:pt x="6670" y="1211"/>
                  <a:pt x="6495" y="1059"/>
                  <a:pt x="6495" y="871"/>
                </a:cubicBezTo>
                <a:cubicBezTo>
                  <a:pt x="6495" y="684"/>
                  <a:pt x="6670" y="531"/>
                  <a:pt x="6887" y="531"/>
                </a:cubicBezTo>
                <a:close/>
                <a:moveTo>
                  <a:pt x="5951" y="531"/>
                </a:moveTo>
                <a:cubicBezTo>
                  <a:pt x="6167" y="531"/>
                  <a:pt x="6343" y="684"/>
                  <a:pt x="6343" y="871"/>
                </a:cubicBezTo>
                <a:cubicBezTo>
                  <a:pt x="6343" y="1059"/>
                  <a:pt x="6167" y="1211"/>
                  <a:pt x="5951" y="1211"/>
                </a:cubicBezTo>
                <a:cubicBezTo>
                  <a:pt x="5735" y="1211"/>
                  <a:pt x="5560" y="1059"/>
                  <a:pt x="5560" y="871"/>
                </a:cubicBezTo>
                <a:cubicBezTo>
                  <a:pt x="5560" y="684"/>
                  <a:pt x="5735" y="531"/>
                  <a:pt x="5951" y="531"/>
                </a:cubicBezTo>
                <a:close/>
                <a:moveTo>
                  <a:pt x="5016" y="531"/>
                </a:moveTo>
                <a:cubicBezTo>
                  <a:pt x="5232" y="531"/>
                  <a:pt x="5407" y="684"/>
                  <a:pt x="5407" y="871"/>
                </a:cubicBezTo>
                <a:cubicBezTo>
                  <a:pt x="5407" y="1059"/>
                  <a:pt x="5232" y="1211"/>
                  <a:pt x="5016" y="1211"/>
                </a:cubicBezTo>
                <a:cubicBezTo>
                  <a:pt x="4799" y="1211"/>
                  <a:pt x="4624" y="1059"/>
                  <a:pt x="4624" y="871"/>
                </a:cubicBezTo>
                <a:cubicBezTo>
                  <a:pt x="4624" y="684"/>
                  <a:pt x="4799" y="531"/>
                  <a:pt x="5016" y="531"/>
                </a:cubicBezTo>
                <a:close/>
                <a:moveTo>
                  <a:pt x="4080" y="531"/>
                </a:moveTo>
                <a:cubicBezTo>
                  <a:pt x="4296" y="531"/>
                  <a:pt x="4472" y="684"/>
                  <a:pt x="4472" y="871"/>
                </a:cubicBezTo>
                <a:cubicBezTo>
                  <a:pt x="4472" y="1059"/>
                  <a:pt x="4296" y="1211"/>
                  <a:pt x="4080" y="1211"/>
                </a:cubicBezTo>
                <a:cubicBezTo>
                  <a:pt x="3864" y="1211"/>
                  <a:pt x="3689" y="1059"/>
                  <a:pt x="3689" y="871"/>
                </a:cubicBezTo>
                <a:cubicBezTo>
                  <a:pt x="3689" y="684"/>
                  <a:pt x="3864" y="531"/>
                  <a:pt x="4080" y="531"/>
                </a:cubicBezTo>
                <a:close/>
                <a:moveTo>
                  <a:pt x="3145" y="531"/>
                </a:moveTo>
                <a:cubicBezTo>
                  <a:pt x="3361" y="531"/>
                  <a:pt x="3536" y="684"/>
                  <a:pt x="3536" y="871"/>
                </a:cubicBezTo>
                <a:cubicBezTo>
                  <a:pt x="3536" y="1059"/>
                  <a:pt x="3361" y="1211"/>
                  <a:pt x="3145" y="1211"/>
                </a:cubicBezTo>
                <a:cubicBezTo>
                  <a:pt x="2928" y="1211"/>
                  <a:pt x="2753" y="1059"/>
                  <a:pt x="2753" y="871"/>
                </a:cubicBezTo>
                <a:cubicBezTo>
                  <a:pt x="2753" y="684"/>
                  <a:pt x="2928" y="531"/>
                  <a:pt x="3145" y="531"/>
                </a:cubicBezTo>
                <a:close/>
                <a:moveTo>
                  <a:pt x="2209" y="531"/>
                </a:moveTo>
                <a:cubicBezTo>
                  <a:pt x="2425" y="531"/>
                  <a:pt x="2601" y="684"/>
                  <a:pt x="2601" y="871"/>
                </a:cubicBezTo>
                <a:cubicBezTo>
                  <a:pt x="2601" y="1059"/>
                  <a:pt x="2425" y="1211"/>
                  <a:pt x="2209" y="1211"/>
                </a:cubicBezTo>
                <a:cubicBezTo>
                  <a:pt x="1995" y="1211"/>
                  <a:pt x="1819" y="1059"/>
                  <a:pt x="1819" y="871"/>
                </a:cubicBezTo>
                <a:cubicBezTo>
                  <a:pt x="1819" y="684"/>
                  <a:pt x="1995" y="531"/>
                  <a:pt x="2209" y="531"/>
                </a:cubicBezTo>
                <a:close/>
                <a:moveTo>
                  <a:pt x="1276" y="531"/>
                </a:moveTo>
                <a:cubicBezTo>
                  <a:pt x="1492" y="531"/>
                  <a:pt x="1667" y="684"/>
                  <a:pt x="1667" y="871"/>
                </a:cubicBezTo>
                <a:cubicBezTo>
                  <a:pt x="1667" y="1059"/>
                  <a:pt x="1492" y="1211"/>
                  <a:pt x="1276" y="1211"/>
                </a:cubicBezTo>
                <a:cubicBezTo>
                  <a:pt x="1059" y="1211"/>
                  <a:pt x="884" y="1059"/>
                  <a:pt x="884" y="871"/>
                </a:cubicBezTo>
                <a:cubicBezTo>
                  <a:pt x="884" y="684"/>
                  <a:pt x="1059" y="531"/>
                  <a:pt x="1276" y="531"/>
                </a:cubicBezTo>
                <a:close/>
                <a:moveTo>
                  <a:pt x="340" y="531"/>
                </a:moveTo>
                <a:cubicBezTo>
                  <a:pt x="556" y="531"/>
                  <a:pt x="732" y="684"/>
                  <a:pt x="732" y="871"/>
                </a:cubicBezTo>
                <a:cubicBezTo>
                  <a:pt x="732" y="1059"/>
                  <a:pt x="556" y="1211"/>
                  <a:pt x="340" y="1211"/>
                </a:cubicBezTo>
                <a:cubicBezTo>
                  <a:pt x="232" y="1211"/>
                  <a:pt x="134" y="1173"/>
                  <a:pt x="63" y="1112"/>
                </a:cubicBezTo>
                <a:lnTo>
                  <a:pt x="0" y="979"/>
                </a:lnTo>
                <a:lnTo>
                  <a:pt x="0" y="764"/>
                </a:lnTo>
                <a:lnTo>
                  <a:pt x="63" y="631"/>
                </a:lnTo>
                <a:cubicBezTo>
                  <a:pt x="134" y="569"/>
                  <a:pt x="232" y="531"/>
                  <a:pt x="340" y="531"/>
                </a:cubicBezTo>
                <a:close/>
                <a:moveTo>
                  <a:pt x="20538" y="0"/>
                </a:moveTo>
                <a:lnTo>
                  <a:pt x="20803" y="0"/>
                </a:lnTo>
                <a:lnTo>
                  <a:pt x="20894" y="306"/>
                </a:lnTo>
                <a:lnTo>
                  <a:pt x="20767" y="284"/>
                </a:lnTo>
                <a:cubicBezTo>
                  <a:pt x="20696" y="258"/>
                  <a:pt x="20637" y="215"/>
                  <a:pt x="20594" y="161"/>
                </a:cubicBezTo>
                <a:close/>
                <a:moveTo>
                  <a:pt x="19606" y="0"/>
                </a:moveTo>
                <a:lnTo>
                  <a:pt x="20361" y="0"/>
                </a:lnTo>
                <a:lnTo>
                  <a:pt x="20260" y="211"/>
                </a:lnTo>
                <a:cubicBezTo>
                  <a:pt x="20190" y="273"/>
                  <a:pt x="20092" y="311"/>
                  <a:pt x="19984" y="311"/>
                </a:cubicBezTo>
                <a:cubicBezTo>
                  <a:pt x="19876" y="311"/>
                  <a:pt x="19778" y="273"/>
                  <a:pt x="19707" y="211"/>
                </a:cubicBezTo>
                <a:close/>
                <a:moveTo>
                  <a:pt x="18671" y="0"/>
                </a:moveTo>
                <a:lnTo>
                  <a:pt x="19426" y="0"/>
                </a:lnTo>
                <a:lnTo>
                  <a:pt x="19325" y="211"/>
                </a:lnTo>
                <a:cubicBezTo>
                  <a:pt x="19254" y="273"/>
                  <a:pt x="19156" y="311"/>
                  <a:pt x="19048" y="311"/>
                </a:cubicBezTo>
                <a:cubicBezTo>
                  <a:pt x="18940" y="311"/>
                  <a:pt x="18842" y="273"/>
                  <a:pt x="18771" y="211"/>
                </a:cubicBezTo>
                <a:close/>
                <a:moveTo>
                  <a:pt x="17735" y="0"/>
                </a:moveTo>
                <a:lnTo>
                  <a:pt x="18490" y="0"/>
                </a:lnTo>
                <a:lnTo>
                  <a:pt x="18389" y="211"/>
                </a:lnTo>
                <a:cubicBezTo>
                  <a:pt x="18319" y="273"/>
                  <a:pt x="18221" y="311"/>
                  <a:pt x="18113" y="311"/>
                </a:cubicBezTo>
                <a:cubicBezTo>
                  <a:pt x="18005" y="311"/>
                  <a:pt x="17907" y="273"/>
                  <a:pt x="17836" y="211"/>
                </a:cubicBezTo>
                <a:close/>
                <a:moveTo>
                  <a:pt x="16800" y="0"/>
                </a:moveTo>
                <a:lnTo>
                  <a:pt x="17555" y="0"/>
                </a:lnTo>
                <a:lnTo>
                  <a:pt x="17454" y="211"/>
                </a:lnTo>
                <a:cubicBezTo>
                  <a:pt x="17383" y="273"/>
                  <a:pt x="17285" y="311"/>
                  <a:pt x="17177" y="311"/>
                </a:cubicBezTo>
                <a:cubicBezTo>
                  <a:pt x="17069" y="311"/>
                  <a:pt x="16971" y="273"/>
                  <a:pt x="16900" y="211"/>
                </a:cubicBezTo>
                <a:close/>
                <a:moveTo>
                  <a:pt x="15864" y="0"/>
                </a:moveTo>
                <a:lnTo>
                  <a:pt x="16619" y="0"/>
                </a:lnTo>
                <a:lnTo>
                  <a:pt x="16518" y="211"/>
                </a:lnTo>
                <a:cubicBezTo>
                  <a:pt x="16448" y="273"/>
                  <a:pt x="16350" y="311"/>
                  <a:pt x="16242" y="311"/>
                </a:cubicBezTo>
                <a:cubicBezTo>
                  <a:pt x="16134" y="311"/>
                  <a:pt x="16036" y="273"/>
                  <a:pt x="15965" y="211"/>
                </a:cubicBezTo>
                <a:close/>
                <a:moveTo>
                  <a:pt x="14929" y="0"/>
                </a:moveTo>
                <a:lnTo>
                  <a:pt x="15684" y="0"/>
                </a:lnTo>
                <a:lnTo>
                  <a:pt x="15583" y="211"/>
                </a:lnTo>
                <a:cubicBezTo>
                  <a:pt x="15512" y="273"/>
                  <a:pt x="15414" y="311"/>
                  <a:pt x="15306" y="311"/>
                </a:cubicBezTo>
                <a:cubicBezTo>
                  <a:pt x="15198" y="311"/>
                  <a:pt x="15100" y="273"/>
                  <a:pt x="15029" y="211"/>
                </a:cubicBezTo>
                <a:close/>
                <a:moveTo>
                  <a:pt x="13993" y="0"/>
                </a:moveTo>
                <a:lnTo>
                  <a:pt x="14748" y="0"/>
                </a:lnTo>
                <a:lnTo>
                  <a:pt x="14647" y="211"/>
                </a:lnTo>
                <a:cubicBezTo>
                  <a:pt x="14577" y="273"/>
                  <a:pt x="14479" y="311"/>
                  <a:pt x="14371" y="311"/>
                </a:cubicBezTo>
                <a:cubicBezTo>
                  <a:pt x="14263" y="311"/>
                  <a:pt x="14165" y="273"/>
                  <a:pt x="14094" y="211"/>
                </a:cubicBezTo>
                <a:close/>
                <a:moveTo>
                  <a:pt x="13058" y="0"/>
                </a:moveTo>
                <a:lnTo>
                  <a:pt x="13813" y="0"/>
                </a:lnTo>
                <a:lnTo>
                  <a:pt x="13712" y="211"/>
                </a:lnTo>
                <a:cubicBezTo>
                  <a:pt x="13641" y="273"/>
                  <a:pt x="13543" y="311"/>
                  <a:pt x="13435" y="311"/>
                </a:cubicBezTo>
                <a:cubicBezTo>
                  <a:pt x="13327" y="311"/>
                  <a:pt x="13229" y="273"/>
                  <a:pt x="13158" y="211"/>
                </a:cubicBezTo>
                <a:close/>
                <a:moveTo>
                  <a:pt x="12122" y="0"/>
                </a:moveTo>
                <a:lnTo>
                  <a:pt x="12877" y="0"/>
                </a:lnTo>
                <a:lnTo>
                  <a:pt x="12776" y="211"/>
                </a:lnTo>
                <a:cubicBezTo>
                  <a:pt x="12706" y="273"/>
                  <a:pt x="12608" y="311"/>
                  <a:pt x="12500" y="311"/>
                </a:cubicBezTo>
                <a:cubicBezTo>
                  <a:pt x="12392" y="311"/>
                  <a:pt x="12294" y="273"/>
                  <a:pt x="12223" y="211"/>
                </a:cubicBezTo>
                <a:close/>
                <a:moveTo>
                  <a:pt x="11187" y="0"/>
                </a:moveTo>
                <a:lnTo>
                  <a:pt x="11942" y="0"/>
                </a:lnTo>
                <a:lnTo>
                  <a:pt x="11841" y="211"/>
                </a:lnTo>
                <a:cubicBezTo>
                  <a:pt x="11770" y="273"/>
                  <a:pt x="11672" y="311"/>
                  <a:pt x="11564" y="311"/>
                </a:cubicBezTo>
                <a:cubicBezTo>
                  <a:pt x="11456" y="311"/>
                  <a:pt x="11358" y="273"/>
                  <a:pt x="11287" y="211"/>
                </a:cubicBezTo>
                <a:close/>
                <a:moveTo>
                  <a:pt x="10251" y="0"/>
                </a:moveTo>
                <a:lnTo>
                  <a:pt x="11006" y="0"/>
                </a:lnTo>
                <a:lnTo>
                  <a:pt x="10905" y="211"/>
                </a:lnTo>
                <a:cubicBezTo>
                  <a:pt x="10835" y="273"/>
                  <a:pt x="10737" y="311"/>
                  <a:pt x="10629" y="311"/>
                </a:cubicBezTo>
                <a:cubicBezTo>
                  <a:pt x="10521" y="311"/>
                  <a:pt x="10423" y="273"/>
                  <a:pt x="10352" y="211"/>
                </a:cubicBezTo>
                <a:close/>
                <a:moveTo>
                  <a:pt x="9316" y="0"/>
                </a:moveTo>
                <a:lnTo>
                  <a:pt x="10071" y="0"/>
                </a:lnTo>
                <a:lnTo>
                  <a:pt x="9970" y="211"/>
                </a:lnTo>
                <a:cubicBezTo>
                  <a:pt x="9899" y="273"/>
                  <a:pt x="9801" y="311"/>
                  <a:pt x="9693" y="311"/>
                </a:cubicBezTo>
                <a:cubicBezTo>
                  <a:pt x="9585" y="311"/>
                  <a:pt x="9487" y="273"/>
                  <a:pt x="9416" y="211"/>
                </a:cubicBezTo>
                <a:close/>
                <a:moveTo>
                  <a:pt x="8380" y="0"/>
                </a:moveTo>
                <a:lnTo>
                  <a:pt x="9135" y="0"/>
                </a:lnTo>
                <a:lnTo>
                  <a:pt x="9034" y="211"/>
                </a:lnTo>
                <a:cubicBezTo>
                  <a:pt x="8964" y="273"/>
                  <a:pt x="8866" y="311"/>
                  <a:pt x="8758" y="311"/>
                </a:cubicBezTo>
                <a:cubicBezTo>
                  <a:pt x="8650" y="311"/>
                  <a:pt x="8552" y="273"/>
                  <a:pt x="8481" y="211"/>
                </a:cubicBezTo>
                <a:close/>
                <a:moveTo>
                  <a:pt x="7445" y="0"/>
                </a:moveTo>
                <a:lnTo>
                  <a:pt x="8200" y="0"/>
                </a:lnTo>
                <a:lnTo>
                  <a:pt x="8099" y="211"/>
                </a:lnTo>
                <a:cubicBezTo>
                  <a:pt x="8028" y="273"/>
                  <a:pt x="7930" y="311"/>
                  <a:pt x="7822" y="311"/>
                </a:cubicBezTo>
                <a:cubicBezTo>
                  <a:pt x="7714" y="311"/>
                  <a:pt x="7616" y="273"/>
                  <a:pt x="7545" y="211"/>
                </a:cubicBezTo>
                <a:close/>
                <a:moveTo>
                  <a:pt x="6509" y="0"/>
                </a:moveTo>
                <a:lnTo>
                  <a:pt x="7264" y="0"/>
                </a:lnTo>
                <a:lnTo>
                  <a:pt x="7163" y="211"/>
                </a:lnTo>
                <a:cubicBezTo>
                  <a:pt x="7093" y="273"/>
                  <a:pt x="6995" y="311"/>
                  <a:pt x="6887" y="311"/>
                </a:cubicBezTo>
                <a:cubicBezTo>
                  <a:pt x="6779" y="311"/>
                  <a:pt x="6681" y="273"/>
                  <a:pt x="6610" y="211"/>
                </a:cubicBezTo>
                <a:close/>
                <a:moveTo>
                  <a:pt x="5574" y="0"/>
                </a:moveTo>
                <a:lnTo>
                  <a:pt x="6329" y="0"/>
                </a:lnTo>
                <a:lnTo>
                  <a:pt x="6228" y="211"/>
                </a:lnTo>
                <a:cubicBezTo>
                  <a:pt x="6157" y="273"/>
                  <a:pt x="6059" y="311"/>
                  <a:pt x="5951" y="311"/>
                </a:cubicBezTo>
                <a:cubicBezTo>
                  <a:pt x="5843" y="311"/>
                  <a:pt x="5745" y="273"/>
                  <a:pt x="5674" y="211"/>
                </a:cubicBezTo>
                <a:close/>
                <a:moveTo>
                  <a:pt x="4638" y="0"/>
                </a:moveTo>
                <a:lnTo>
                  <a:pt x="5393" y="0"/>
                </a:lnTo>
                <a:lnTo>
                  <a:pt x="5293" y="211"/>
                </a:lnTo>
                <a:cubicBezTo>
                  <a:pt x="5222" y="273"/>
                  <a:pt x="5124" y="311"/>
                  <a:pt x="5016" y="311"/>
                </a:cubicBezTo>
                <a:cubicBezTo>
                  <a:pt x="4908" y="311"/>
                  <a:pt x="4810" y="273"/>
                  <a:pt x="4739" y="211"/>
                </a:cubicBezTo>
                <a:close/>
                <a:moveTo>
                  <a:pt x="3703" y="0"/>
                </a:moveTo>
                <a:lnTo>
                  <a:pt x="4458" y="0"/>
                </a:lnTo>
                <a:lnTo>
                  <a:pt x="4357" y="211"/>
                </a:lnTo>
                <a:cubicBezTo>
                  <a:pt x="4286" y="273"/>
                  <a:pt x="4188" y="311"/>
                  <a:pt x="4080" y="311"/>
                </a:cubicBezTo>
                <a:cubicBezTo>
                  <a:pt x="3972" y="311"/>
                  <a:pt x="3874" y="273"/>
                  <a:pt x="3803" y="211"/>
                </a:cubicBezTo>
                <a:close/>
                <a:moveTo>
                  <a:pt x="2767" y="0"/>
                </a:moveTo>
                <a:lnTo>
                  <a:pt x="3522" y="0"/>
                </a:lnTo>
                <a:lnTo>
                  <a:pt x="3422" y="211"/>
                </a:lnTo>
                <a:cubicBezTo>
                  <a:pt x="3351" y="273"/>
                  <a:pt x="3253" y="311"/>
                  <a:pt x="3145" y="311"/>
                </a:cubicBezTo>
                <a:cubicBezTo>
                  <a:pt x="3037" y="311"/>
                  <a:pt x="2939" y="273"/>
                  <a:pt x="2868" y="211"/>
                </a:cubicBezTo>
                <a:close/>
                <a:moveTo>
                  <a:pt x="1834" y="0"/>
                </a:moveTo>
                <a:lnTo>
                  <a:pt x="2587" y="0"/>
                </a:lnTo>
                <a:lnTo>
                  <a:pt x="2486" y="211"/>
                </a:lnTo>
                <a:cubicBezTo>
                  <a:pt x="2415" y="273"/>
                  <a:pt x="2317" y="311"/>
                  <a:pt x="2209" y="311"/>
                </a:cubicBezTo>
                <a:cubicBezTo>
                  <a:pt x="2102" y="311"/>
                  <a:pt x="2005" y="273"/>
                  <a:pt x="1934" y="211"/>
                </a:cubicBezTo>
                <a:close/>
                <a:moveTo>
                  <a:pt x="898" y="0"/>
                </a:moveTo>
                <a:lnTo>
                  <a:pt x="1653" y="0"/>
                </a:lnTo>
                <a:lnTo>
                  <a:pt x="1553" y="211"/>
                </a:lnTo>
                <a:cubicBezTo>
                  <a:pt x="1482" y="273"/>
                  <a:pt x="1384" y="311"/>
                  <a:pt x="1276" y="311"/>
                </a:cubicBezTo>
                <a:cubicBezTo>
                  <a:pt x="1168" y="311"/>
                  <a:pt x="1070" y="273"/>
                  <a:pt x="999" y="211"/>
                </a:cubicBezTo>
                <a:close/>
                <a:moveTo>
                  <a:pt x="0" y="0"/>
                </a:moveTo>
                <a:lnTo>
                  <a:pt x="718" y="0"/>
                </a:lnTo>
                <a:lnTo>
                  <a:pt x="617" y="211"/>
                </a:lnTo>
                <a:cubicBezTo>
                  <a:pt x="546" y="273"/>
                  <a:pt x="448" y="311"/>
                  <a:pt x="340" y="311"/>
                </a:cubicBezTo>
                <a:cubicBezTo>
                  <a:pt x="232" y="311"/>
                  <a:pt x="134" y="273"/>
                  <a:pt x="63" y="211"/>
                </a:cubicBezTo>
                <a:lnTo>
                  <a:pt x="0" y="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7"/>
          <p:cNvSpPr/>
          <p:nvPr/>
        </p:nvSpPr>
        <p:spPr>
          <a:xfrm>
            <a:off x="3" y="3"/>
            <a:ext cx="403375" cy="4967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282" y="0"/>
                </a:moveTo>
                <a:lnTo>
                  <a:pt x="20590" y="0"/>
                </a:lnTo>
                <a:lnTo>
                  <a:pt x="21600" y="4062"/>
                </a:lnTo>
                <a:cubicBezTo>
                  <a:pt x="21600" y="13748"/>
                  <a:pt x="11929" y="21600"/>
                  <a:pt x="0" y="21600"/>
                </a:cubicBezTo>
                <a:lnTo>
                  <a:pt x="0" y="14855"/>
                </a:lnTo>
                <a:cubicBezTo>
                  <a:pt x="7341" y="14855"/>
                  <a:pt x="13292" y="10023"/>
                  <a:pt x="13292" y="4062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7"/>
          <p:cNvSpPr txBox="1">
            <a:spLocks noGrp="1"/>
          </p:cNvSpPr>
          <p:nvPr>
            <p:ph type="sldNum" idx="12"/>
          </p:nvPr>
        </p:nvSpPr>
        <p:spPr>
          <a:xfrm>
            <a:off x="11968832" y="6584383"/>
            <a:ext cx="128563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" name="Google Shape;16;p47"/>
          <p:cNvGrpSpPr/>
          <p:nvPr/>
        </p:nvGrpSpPr>
        <p:grpSpPr>
          <a:xfrm>
            <a:off x="1" y="6814799"/>
            <a:ext cx="12179569" cy="43203"/>
            <a:chOff x="0" y="-1"/>
            <a:chExt cx="12179567" cy="43202"/>
          </a:xfrm>
        </p:grpSpPr>
        <p:sp>
          <p:nvSpPr>
            <p:cNvPr id="17" name="Google Shape;17;p47"/>
            <p:cNvSpPr/>
            <p:nvPr/>
          </p:nvSpPr>
          <p:spPr>
            <a:xfrm>
              <a:off x="11918706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7"/>
            <p:cNvSpPr/>
            <p:nvPr/>
          </p:nvSpPr>
          <p:spPr>
            <a:xfrm>
              <a:off x="11991259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7"/>
            <p:cNvSpPr/>
            <p:nvPr/>
          </p:nvSpPr>
          <p:spPr>
            <a:xfrm>
              <a:off x="12136366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7"/>
            <p:cNvSpPr/>
            <p:nvPr/>
          </p:nvSpPr>
          <p:spPr>
            <a:xfrm>
              <a:off x="11846153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7"/>
            <p:cNvSpPr/>
            <p:nvPr/>
          </p:nvSpPr>
          <p:spPr>
            <a:xfrm>
              <a:off x="0" y="1574"/>
              <a:ext cx="11816800" cy="4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7"/>
            <p:cNvSpPr/>
            <p:nvPr/>
          </p:nvSpPr>
          <p:spPr>
            <a:xfrm>
              <a:off x="12063813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47"/>
          <p:cNvSpPr txBox="1">
            <a:spLocks noGrp="1"/>
          </p:cNvSpPr>
          <p:nvPr>
            <p:ph type="body" idx="1"/>
          </p:nvPr>
        </p:nvSpPr>
        <p:spPr>
          <a:xfrm>
            <a:off x="527051" y="496800"/>
            <a:ext cx="11137901" cy="61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L="2743200" lvl="5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45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2"/>
          <p:cNvSpPr/>
          <p:nvPr/>
        </p:nvSpPr>
        <p:spPr>
          <a:xfrm>
            <a:off x="6" y="5"/>
            <a:ext cx="301543" cy="347263"/>
          </a:xfrm>
          <a:custGeom>
            <a:avLst/>
            <a:gdLst/>
            <a:ahLst/>
            <a:cxnLst/>
            <a:rect l="l" t="t" r="r" b="b"/>
            <a:pathLst>
              <a:path w="1675237" h="1929234" extrusionOk="0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2"/>
          <p:cNvSpPr/>
          <p:nvPr/>
        </p:nvSpPr>
        <p:spPr>
          <a:xfrm>
            <a:off x="3" y="4"/>
            <a:ext cx="403375" cy="496797"/>
          </a:xfrm>
          <a:custGeom>
            <a:avLst/>
            <a:gdLst/>
            <a:ahLst/>
            <a:cxnLst/>
            <a:rect l="l" t="t" r="r" b="b"/>
            <a:pathLst>
              <a:path w="403373" h="496797" extrusionOk="0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02"/>
          <p:cNvSpPr/>
          <p:nvPr/>
        </p:nvSpPr>
        <p:spPr>
          <a:xfrm>
            <a:off x="11792595" y="6494883"/>
            <a:ext cx="304800" cy="306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102"/>
          <p:cNvGrpSpPr/>
          <p:nvPr/>
        </p:nvGrpSpPr>
        <p:grpSpPr>
          <a:xfrm>
            <a:off x="2" y="6814800"/>
            <a:ext cx="12179567" cy="43200"/>
            <a:chOff x="0" y="5111100"/>
            <a:chExt cx="9134675" cy="32400"/>
          </a:xfrm>
        </p:grpSpPr>
        <p:sp>
          <p:nvSpPr>
            <p:cNvPr id="29" name="Google Shape;29;p102"/>
            <p:cNvSpPr/>
            <p:nvPr/>
          </p:nvSpPr>
          <p:spPr>
            <a:xfrm>
              <a:off x="8939030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02"/>
            <p:cNvSpPr/>
            <p:nvPr/>
          </p:nvSpPr>
          <p:spPr>
            <a:xfrm>
              <a:off x="899344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2"/>
            <p:cNvSpPr/>
            <p:nvPr/>
          </p:nvSpPr>
          <p:spPr>
            <a:xfrm>
              <a:off x="910227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02"/>
            <p:cNvSpPr/>
            <p:nvPr/>
          </p:nvSpPr>
          <p:spPr>
            <a:xfrm>
              <a:off x="888461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02"/>
            <p:cNvSpPr/>
            <p:nvPr/>
          </p:nvSpPr>
          <p:spPr>
            <a:xfrm>
              <a:off x="0" y="5112281"/>
              <a:ext cx="8862600" cy="31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02"/>
            <p:cNvSpPr/>
            <p:nvPr/>
          </p:nvSpPr>
          <p:spPr>
            <a:xfrm>
              <a:off x="9047860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527051" y="496800"/>
            <a:ext cx="11137900" cy="6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None/>
              <a:defRPr sz="22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2741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  <p15:guide id="2" pos="325">
          <p15:clr>
            <a:srgbClr val="FBAE40"/>
          </p15:clr>
        </p15:guide>
        <p15:guide id="3" pos="7355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0"/>
          <p:cNvSpPr txBox="1"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Poppins"/>
              <a:buNone/>
              <a:defRPr sz="1801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0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7178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https://www.kaggle.com/datasets/carrie1/ecommerce-data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https://www.kaggle.com/datasets/carrie1/ecommerce-data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4"/>
          <p:cNvSpPr txBox="1">
            <a:spLocks noGrp="1"/>
          </p:cNvSpPr>
          <p:nvPr>
            <p:ph type="sldNum" idx="12"/>
          </p:nvPr>
        </p:nvSpPr>
        <p:spPr>
          <a:xfrm>
            <a:off x="11925757" y="658438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alibri"/>
                <a:buNone/>
                <a:tabLst/>
                <a:defRPr/>
              </a:pPr>
              <a:t>1</a:t>
            </a:fld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4"/>
          <p:cNvSpPr/>
          <p:nvPr/>
        </p:nvSpPr>
        <p:spPr>
          <a:xfrm flipH="1">
            <a:off x="1588" y="-7263"/>
            <a:ext cx="12188826" cy="6858001"/>
          </a:xfrm>
          <a:prstGeom prst="rect">
            <a:avLst/>
          </a:prstGeom>
          <a:solidFill>
            <a:srgbClr val="FEE8C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4"/>
          <p:cNvSpPr/>
          <p:nvPr/>
        </p:nvSpPr>
        <p:spPr>
          <a:xfrm>
            <a:off x="-33867" y="-22935"/>
            <a:ext cx="5934272" cy="6873673"/>
          </a:xfrm>
          <a:custGeom>
            <a:avLst/>
            <a:gdLst/>
            <a:ahLst/>
            <a:cxnLst/>
            <a:rect l="l" t="t" r="r" b="b"/>
            <a:pathLst>
              <a:path w="19918" h="21600" extrusionOk="0">
                <a:moveTo>
                  <a:pt x="0" y="0"/>
                </a:moveTo>
                <a:lnTo>
                  <a:pt x="15728" y="0"/>
                </a:lnTo>
                <a:cubicBezTo>
                  <a:pt x="21600" y="6686"/>
                  <a:pt x="21021" y="15131"/>
                  <a:pt x="15728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3" name="Google Shape;1803;p14" descr="Google Shape;33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6336" y="5093708"/>
            <a:ext cx="2849212" cy="1681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4"/>
          <p:cNvSpPr txBox="1"/>
          <p:nvPr/>
        </p:nvSpPr>
        <p:spPr>
          <a:xfrm>
            <a:off x="603825" y="1822535"/>
            <a:ext cx="533044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7901D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Next Best Product (NBP) – Personalization Engine</a:t>
            </a:r>
          </a:p>
        </p:txBody>
      </p:sp>
      <p:sp>
        <p:nvSpPr>
          <p:cNvPr id="1808" name="Google Shape;1808;p14"/>
          <p:cNvSpPr txBox="1"/>
          <p:nvPr/>
        </p:nvSpPr>
        <p:spPr>
          <a:xfrm>
            <a:off x="603826" y="5630424"/>
            <a:ext cx="41211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October 2026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4"/>
          <p:cNvSpPr txBox="1"/>
          <p:nvPr/>
        </p:nvSpPr>
        <p:spPr>
          <a:xfrm>
            <a:off x="603825" y="3628749"/>
            <a:ext cx="5172511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Capstone Project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Technical Presentation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Kathrina Molera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Asian Institute of Management</a:t>
            </a:r>
          </a:p>
        </p:txBody>
      </p:sp>
      <p:pic>
        <p:nvPicPr>
          <p:cNvPr id="1813" name="Google Shape;1813;p14" descr="Agentic ai Vectors - Download Free High-Quality Vectors | Magnific  (formerly Freepik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5109" y="1183971"/>
            <a:ext cx="5159449" cy="51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6B3D4A-F519-938E-2470-72FE1F9F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Best Product (NBP): Business Statement &amp; Project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C28D6-3FCB-0E74-27ED-87812EFDC098}"/>
              </a:ext>
            </a:extLst>
          </p:cNvPr>
          <p:cNvSpPr/>
          <p:nvPr/>
        </p:nvSpPr>
        <p:spPr>
          <a:xfrm>
            <a:off x="626535" y="1358532"/>
            <a:ext cx="10962216" cy="689188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SUMMARY: Transitioning from static marketing to AI-driven Next Best Product (NBP) recommendations to eliminate purchase friction, increase AOV (average order value), and maximize customer LTV (lifetime value).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F70CB03-CF9E-DDA0-51EF-984EFE1F7B8C}"/>
              </a:ext>
            </a:extLst>
          </p:cNvPr>
          <p:cNvSpPr/>
          <p:nvPr/>
        </p:nvSpPr>
        <p:spPr>
          <a:xfrm>
            <a:off x="624545" y="4783665"/>
            <a:ext cx="10962215" cy="170284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lIns="137160" tIns="91440" rIns="1371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Core Capstone Project Objectives &amp; Target Business KPIs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B84EAC24-AF51-1E1B-3346-C227E77EA23D}"/>
              </a:ext>
            </a:extLst>
          </p:cNvPr>
          <p:cNvSpPr/>
          <p:nvPr/>
        </p:nvSpPr>
        <p:spPr>
          <a:xfrm>
            <a:off x="628525" y="2297851"/>
            <a:ext cx="5365877" cy="2324947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Business Problem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262626"/>
                </a:solidFill>
              </a:defRPr>
            </a:pPr>
            <a:endParaRPr kumimoji="0" lang="en-PH" sz="9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Generic Batch Marketing: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Static promotions push identical items to all users, ignoring individual intent and hiding 80%+ of catalog inventory.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Cart Abandonment &amp; Friction: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Lack of relevant cross-sell options on product/cart pages leads to incomplete orders and low basket expansion.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Acquisition vs. Low Retention: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Elevated Customer Acquisition Costs (CAC) paired with stagnant repeat purchase rates erode profit margins.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E6790147-7BEB-E587-DE04-87E5D0B9F4B1}"/>
              </a:ext>
            </a:extLst>
          </p:cNvPr>
          <p:cNvSpPr/>
          <p:nvPr/>
        </p:nvSpPr>
        <p:spPr>
          <a:xfrm>
            <a:off x="6220884" y="2309944"/>
            <a:ext cx="5365877" cy="2324947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Data Science &amp; NBP Value Creation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262626"/>
                </a:solidFill>
              </a:defRPr>
            </a:pPr>
            <a:endParaRPr kumimoji="0" lang="en-PH" sz="9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Predictive Intent Scoring: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Supervised ML algorithms analyze historical orders &amp; clickstream logs to predict P(Purchase | User, Item).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Automated Cross-Selling: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Modeling (Implicit ALS +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dynamically ranks Top-5 complementary products in real time.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Hyper-Personalization: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Tailors touchpoints (Cart, Email, PDP) to individual shopper preferences, accelerating product discovery.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44664EA-CAEA-332B-F8CC-5A89725A5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83542"/>
              </p:ext>
            </p:extLst>
          </p:nvPr>
        </p:nvGraphicFramePr>
        <p:xfrm>
          <a:off x="863599" y="5252065"/>
          <a:ext cx="10515601" cy="937068"/>
        </p:xfrm>
        <a:graphic>
          <a:graphicData uri="http://schemas.openxmlformats.org/drawingml/2006/table">
            <a:tbl>
              <a:tblPr firstRow="1" bandRow="1"/>
              <a:tblGrid>
                <a:gridCol w="10515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3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 dirty="0">
                          <a:solidFill>
                            <a:schemeClr val="tx1"/>
                          </a:solidFill>
                          <a:latin typeface="+mj-lt"/>
                        </a:rPr>
                        <a:t>Obj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ective</a:t>
                      </a:r>
                      <a:r>
                        <a:rPr sz="1100" dirty="0">
                          <a:solidFill>
                            <a:schemeClr val="tx1"/>
                          </a:solidFill>
                          <a:latin typeface="+mj-lt"/>
                        </a:rPr>
                        <a:t> 1: Predictive Modeling: 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  <a:latin typeface="+mj-lt"/>
                        </a:rPr>
                        <a:t>Build &amp; benchmark NBP algorithms (</a:t>
                      </a:r>
                      <a:r>
                        <a:rPr lang="en-PH" sz="1100" b="0" dirty="0">
                          <a:solidFill>
                            <a:schemeClr val="tx1"/>
                          </a:solidFill>
                          <a:latin typeface="+mj-lt"/>
                        </a:rPr>
                        <a:t>Random Forest, Logistic Regression, </a:t>
                      </a:r>
                      <a:r>
                        <a:rPr lang="en-PH" sz="11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XGBoost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  <a:latin typeface="+mj-lt"/>
                        </a:rPr>
                        <a:t>) achieving NDCG@5 ≥ 0.</a:t>
                      </a:r>
                      <a:r>
                        <a:rPr lang="en-PH" sz="1100" b="0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  <a:latin typeface="+mj-lt"/>
                        </a:rPr>
                        <a:t>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lang="en-PH" sz="11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Objective 2</a:t>
                      </a:r>
                      <a:r>
                        <a:rPr lang="en-US" sz="11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: Conversion Uplift: </a:t>
                      </a:r>
                      <a:r>
                        <a:rPr lang="en-US" sz="11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Increase checkout conversion (CVR) by serving personalized recommendations at decision touchpoints.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lang="en-PH" sz="11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Objective 3</a:t>
                      </a:r>
                      <a:r>
                        <a:rPr lang="en-US" sz="11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: Basket Expansion: </a:t>
                      </a:r>
                      <a:r>
                        <a:rPr lang="en-US" sz="11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Drive Average Order Value (AOV) growth through intelligent cart bundling and complementary add-ons.</a:t>
                      </a:r>
                      <a:endParaRPr sz="11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75659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5558D04-3F96-9A55-A76F-4B79094D4DDF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1: Problem Understanding &amp; Framing 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47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C1DD-5CC0-2F00-BDB5-ED8BBA8B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AB21F6-8082-1FF1-F1CB-AE906694B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Best Product (NBP): Machine Learning Task Classification &amp; Framing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7D74E7-FA8A-C077-ABF5-FED42B2B0D18}"/>
              </a:ext>
            </a:extLst>
          </p:cNvPr>
          <p:cNvSpPr/>
          <p:nvPr/>
        </p:nvSpPr>
        <p:spPr>
          <a:xfrm>
            <a:off x="626535" y="1358532"/>
            <a:ext cx="10962216" cy="689188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4E79"/>
                </a:solidFill>
              </a:defRPr>
            </a:pPr>
            <a:r>
              <a:rPr lang="en-US" sz="1400" dirty="0"/>
              <a:t>HYBRID ARCHITECTURE: Unsupervised models generate item affinity lists, while Supervised classifiers determine optimal targeting and trigger timing.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586EAA-3395-2CCF-63E4-45FB1A60F99C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1: Problem Understanding &amp; Framing 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487FCB3-1900-F927-3388-BF26610C5EF5}"/>
              </a:ext>
            </a:extLst>
          </p:cNvPr>
          <p:cNvSpPr/>
          <p:nvPr/>
        </p:nvSpPr>
        <p:spPr>
          <a:xfrm>
            <a:off x="854796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1. Market Basket Analysis</a:t>
            </a:r>
            <a:endParaRPr lang="en-PH" sz="1600" dirty="0"/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(Product Co-occurrence (Unsupervised))</a:t>
            </a:r>
            <a:endParaRPr lang="en-PH" sz="1100" dirty="0"/>
          </a:p>
          <a:p>
            <a:pPr algn="ctr"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Core Mechanism: </a:t>
            </a:r>
            <a:r>
              <a:rPr sz="1100" b="0" dirty="0">
                <a:solidFill>
                  <a:srgbClr val="595959"/>
                </a:solidFill>
              </a:rPr>
              <a:t>Analyzes transaction baskets (InvoiceNo) to discover item-to-item co-purchase frequencies.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Implementation: </a:t>
            </a:r>
            <a:r>
              <a:rPr sz="1100" b="0" dirty="0">
                <a:solidFill>
                  <a:srgbClr val="595959"/>
                </a:solidFill>
              </a:rPr>
              <a:t>Operationalized in </a:t>
            </a:r>
            <a:r>
              <a:rPr sz="1100" b="0" dirty="0" err="1">
                <a:solidFill>
                  <a:srgbClr val="595959"/>
                </a:solidFill>
              </a:rPr>
              <a:t>co_occurrence_df</a:t>
            </a:r>
            <a:r>
              <a:rPr sz="1100" b="0" dirty="0">
                <a:solidFill>
                  <a:srgbClr val="595959"/>
                </a:solidFill>
              </a:rPr>
              <a:t> and </a:t>
            </a:r>
            <a:r>
              <a:rPr sz="1100" b="0" dirty="0" err="1">
                <a:solidFill>
                  <a:srgbClr val="595959"/>
                </a:solidFill>
              </a:rPr>
              <a:t>get_next_best_products</a:t>
            </a:r>
            <a:r>
              <a:rPr sz="1100" b="0" dirty="0">
                <a:solidFill>
                  <a:srgbClr val="595959"/>
                </a:solidFill>
              </a:rPr>
              <a:t> function.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Use Case Example: </a:t>
            </a:r>
            <a:r>
              <a:rPr sz="1100" b="0" dirty="0">
                <a:solidFill>
                  <a:srgbClr val="595959"/>
                </a:solidFill>
              </a:rPr>
              <a:t>Querying item '22726' (Alarm Clock </a:t>
            </a:r>
            <a:r>
              <a:rPr sz="1100" b="0" dirty="0" err="1">
                <a:solidFill>
                  <a:srgbClr val="595959"/>
                </a:solidFill>
              </a:rPr>
              <a:t>Bakelike</a:t>
            </a:r>
            <a:r>
              <a:rPr sz="1100" b="0" dirty="0">
                <a:solidFill>
                  <a:srgbClr val="595959"/>
                </a:solidFill>
              </a:rPr>
              <a:t> Green) returns matching alarm colors (Red, Pink) or accessories.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23DB8F6B-F5EA-19E6-D101-2255E1A3992F}"/>
              </a:ext>
            </a:extLst>
          </p:cNvPr>
          <p:cNvSpPr/>
          <p:nvPr/>
        </p:nvSpPr>
        <p:spPr>
          <a:xfrm>
            <a:off x="4454822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2. Content-Based Filtering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(TF-IDF &amp; Cosine Similarity (Unsupervised))</a:t>
            </a:r>
          </a:p>
          <a:p>
            <a:pPr>
              <a:defRPr sz="85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Core Mechanism: </a:t>
            </a:r>
            <a:r>
              <a:rPr sz="1100" b="0" dirty="0">
                <a:solidFill>
                  <a:srgbClr val="595959"/>
                </a:solidFill>
              </a:rPr>
              <a:t>Converts product descriptions into TF-IDF term vectors and measures cosine similarity across metadata.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Implementation: </a:t>
            </a:r>
            <a:r>
              <a:rPr sz="1100" b="0" dirty="0">
                <a:solidFill>
                  <a:srgbClr val="595959"/>
                </a:solidFill>
              </a:rPr>
              <a:t>Operationalized in </a:t>
            </a:r>
            <a:r>
              <a:rPr sz="1100" b="0" dirty="0" err="1">
                <a:solidFill>
                  <a:srgbClr val="595959"/>
                </a:solidFill>
              </a:rPr>
              <a:t>get_content_recommendations</a:t>
            </a:r>
            <a:r>
              <a:rPr sz="1100" b="0" dirty="0">
                <a:solidFill>
                  <a:srgbClr val="595959"/>
                </a:solidFill>
              </a:rPr>
              <a:t> function.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Cold-Start Safety Net: </a:t>
            </a:r>
            <a:r>
              <a:rPr sz="1100" b="0" dirty="0">
                <a:solidFill>
                  <a:srgbClr val="595959"/>
                </a:solidFill>
              </a:rPr>
              <a:t>Recommends textually similar items for new catalog listings that lack sales/co-occurrence history.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D2450E1-FC0B-5CDD-1D7E-F3031852F5FB}"/>
              </a:ext>
            </a:extLst>
          </p:cNvPr>
          <p:cNvSpPr/>
          <p:nvPr/>
        </p:nvSpPr>
        <p:spPr>
          <a:xfrm>
            <a:off x="8054848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3. Supervised Classification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(Intent Scoring &amp; Nudge Triggering)</a:t>
            </a:r>
            <a:endParaRPr lang="en-PH" sz="1100" dirty="0"/>
          </a:p>
          <a:p>
            <a:pPr>
              <a:defRPr sz="85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Classifiers Used: </a:t>
            </a:r>
            <a:r>
              <a:rPr sz="1100" b="0" dirty="0">
                <a:solidFill>
                  <a:srgbClr val="595959"/>
                </a:solidFill>
              </a:rPr>
              <a:t>Tuned </a:t>
            </a:r>
            <a:r>
              <a:rPr sz="1100" b="0" dirty="0" err="1">
                <a:solidFill>
                  <a:srgbClr val="595959"/>
                </a:solidFill>
              </a:rPr>
              <a:t>XGBoost</a:t>
            </a:r>
            <a:r>
              <a:rPr sz="1100" b="0" dirty="0">
                <a:solidFill>
                  <a:srgbClr val="595959"/>
                </a:solidFill>
              </a:rPr>
              <a:t> &amp; Random Forest models trained on customer RFM and cancellation features.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Target Variable: </a:t>
            </a:r>
            <a:r>
              <a:rPr sz="1100" b="0" dirty="0">
                <a:solidFill>
                  <a:srgbClr val="595959"/>
                </a:solidFill>
              </a:rPr>
              <a:t>Predicts 30-day repeat purchase probability (PurchasedInNext30Days = 0 or 1).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Campaign Nudges: </a:t>
            </a:r>
            <a:r>
              <a:rPr sz="1100" b="0" dirty="0">
                <a:solidFill>
                  <a:srgbClr val="595959"/>
                </a:solidFill>
              </a:rPr>
              <a:t>Triggers NBP bundles for mid-tier probability users (0.3–0.7) to maximize conversion lift.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76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9DF4C-93D6-3B5C-4E00-AAE701323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The Solution Approach: End-to-End ML Execution Lifecycle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C1733-62C8-1553-82AC-223DAFB509F0}"/>
              </a:ext>
            </a:extLst>
          </p:cNvPr>
          <p:cNvSpPr/>
          <p:nvPr/>
        </p:nvSpPr>
        <p:spPr>
          <a:xfrm>
            <a:off x="614892" y="1108400"/>
            <a:ext cx="10962216" cy="531342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FRAMEWORK: Scalable, 6-step data science solution architecture to deliver personalized NBP recommendations.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A8F748F-2683-87F6-B85D-4C381CC18994}"/>
              </a:ext>
            </a:extLst>
          </p:cNvPr>
          <p:cNvSpPr/>
          <p:nvPr/>
        </p:nvSpPr>
        <p:spPr>
          <a:xfrm>
            <a:off x="614892" y="1806053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>
                <a:hlinkClick r:id="rId2" action="ppaction://hlinksldjump"/>
              </a:rPr>
              <a:t>1. Data Collection &amp; Data Dictionary</a:t>
            </a:r>
            <a:endParaRPr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0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000" dirty="0">
                <a:solidFill>
                  <a:schemeClr val="tx1"/>
                </a:solidFill>
              </a:rPr>
              <a:t>Core Tables Ingested: </a:t>
            </a:r>
            <a:r>
              <a:rPr lang="en-US" sz="1000" b="0" dirty="0">
                <a:solidFill>
                  <a:schemeClr val="tx1"/>
                </a:solidFill>
              </a:rPr>
              <a:t>InvoiceNo, </a:t>
            </a:r>
            <a:r>
              <a:rPr lang="en-US" sz="1000" b="0" dirty="0" err="1">
                <a:solidFill>
                  <a:schemeClr val="tx1"/>
                </a:solidFill>
              </a:rPr>
              <a:t>StockCode</a:t>
            </a:r>
            <a:r>
              <a:rPr lang="en-US" sz="1000" b="0" dirty="0">
                <a:solidFill>
                  <a:schemeClr val="tx1"/>
                </a:solidFill>
              </a:rPr>
              <a:t>, Description, Quantity, </a:t>
            </a:r>
            <a:r>
              <a:rPr lang="en-US" sz="1000" b="0" dirty="0" err="1">
                <a:solidFill>
                  <a:schemeClr val="tx1"/>
                </a:solidFill>
              </a:rPr>
              <a:t>InvoiceDate</a:t>
            </a:r>
            <a:r>
              <a:rPr lang="en-US" sz="1000" b="0" dirty="0">
                <a:solidFill>
                  <a:schemeClr val="tx1"/>
                </a:solidFill>
              </a:rPr>
              <a:t>, </a:t>
            </a:r>
            <a:r>
              <a:rPr lang="en-US" sz="1000" b="0" dirty="0" err="1">
                <a:solidFill>
                  <a:schemeClr val="tx1"/>
                </a:solidFill>
              </a:rPr>
              <a:t>UnitPrice</a:t>
            </a:r>
            <a:r>
              <a:rPr lang="en-US" sz="1000" b="0" dirty="0">
                <a:solidFill>
                  <a:schemeClr val="tx1"/>
                </a:solidFill>
              </a:rPr>
              <a:t>, </a:t>
            </a:r>
            <a:r>
              <a:rPr lang="en-US" sz="1000" b="0" dirty="0" err="1">
                <a:solidFill>
                  <a:schemeClr val="tx1"/>
                </a:solidFill>
              </a:rPr>
              <a:t>CustomerID</a:t>
            </a:r>
            <a:r>
              <a:rPr lang="en-US" sz="1000" b="0" dirty="0">
                <a:solidFill>
                  <a:schemeClr val="tx1"/>
                </a:solidFill>
              </a:rPr>
              <a:t>, Country</a:t>
            </a:r>
            <a:endParaRPr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000" dirty="0">
                <a:solidFill>
                  <a:schemeClr val="tx1"/>
                </a:solidFill>
              </a:rPr>
              <a:t>Data Profiling: </a:t>
            </a:r>
            <a:r>
              <a:rPr sz="1000" b="0" dirty="0">
                <a:solidFill>
                  <a:schemeClr val="tx1"/>
                </a:solidFill>
              </a:rPr>
              <a:t>Mapped primary/foreign keys, cardinality, data types, and allowed ranges.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000" dirty="0">
                <a:solidFill>
                  <a:schemeClr val="tx1"/>
                </a:solidFill>
              </a:rPr>
              <a:t>Data Dictionary: </a:t>
            </a:r>
            <a:r>
              <a:rPr sz="1000" b="0" dirty="0">
                <a:solidFill>
                  <a:schemeClr val="tx1"/>
                </a:solidFill>
              </a:rPr>
              <a:t>Fully documented schemas, definitions, and missing value strategies.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67C963C0-B112-6006-3C14-977122E81232}"/>
              </a:ext>
            </a:extLst>
          </p:cNvPr>
          <p:cNvSpPr/>
          <p:nvPr/>
        </p:nvSpPr>
        <p:spPr>
          <a:xfrm>
            <a:off x="614892" y="3440486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>
                <a:hlinkClick r:id="rId3" action="ppaction://hlinksldjump"/>
              </a:rPr>
              <a:t>2. Data Preprocessing &amp; Quality Controls</a:t>
            </a:r>
            <a:endParaRPr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000" b="1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Rigorous Identity &amp; Null Filtering: </a:t>
            </a:r>
            <a:r>
              <a:rPr lang="en-US" sz="1000" b="0" dirty="0">
                <a:solidFill>
                  <a:schemeClr val="tx1"/>
                </a:solidFill>
              </a:rPr>
              <a:t>Filtered out 135,080 unidentifiable </a:t>
            </a:r>
            <a:r>
              <a:rPr lang="en-US" sz="1000" b="0" dirty="0" err="1">
                <a:solidFill>
                  <a:schemeClr val="tx1"/>
                </a:solidFill>
              </a:rPr>
              <a:t>CustomerID</a:t>
            </a:r>
            <a:r>
              <a:rPr lang="en-US" sz="1000" b="0" dirty="0">
                <a:solidFill>
                  <a:schemeClr val="tx1"/>
                </a:solidFill>
              </a:rPr>
              <a:t> rows to ensure strict customer-level attribution for behavioral modeling.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Cancellation Segregation: </a:t>
            </a:r>
            <a:r>
              <a:rPr lang="en-US" sz="1000" b="0" dirty="0">
                <a:solidFill>
                  <a:schemeClr val="tx1"/>
                </a:solidFill>
              </a:rPr>
              <a:t>Preserved 8,905 return transactions (flagged by 'C' invoice prefixes).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Automated Standardization: </a:t>
            </a:r>
            <a:r>
              <a:rPr lang="en-US" sz="1000" b="0" dirty="0">
                <a:solidFill>
                  <a:schemeClr val="tx1"/>
                </a:solidFill>
              </a:rPr>
              <a:t>Normalized timestamps to standard datetimes.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000" b="0" dirty="0">
              <a:solidFill>
                <a:schemeClr val="tx1"/>
              </a:solidFill>
            </a:endParaRP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A3271C35-A2E3-683E-A4C7-4D32FD093C2F}"/>
              </a:ext>
            </a:extLst>
          </p:cNvPr>
          <p:cNvSpPr/>
          <p:nvPr/>
        </p:nvSpPr>
        <p:spPr>
          <a:xfrm>
            <a:off x="614892" y="5097892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US" sz="1400" dirty="0">
                <a:hlinkClick r:id="rId4" action="ppaction://hlinksldjump"/>
              </a:rPr>
              <a:t>3. Applied EDA &amp; Feature Engineering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000" b="1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RFM Behavioral Profiling: </a:t>
            </a:r>
            <a:r>
              <a:rPr lang="en-US" sz="1000" b="0" dirty="0">
                <a:solidFill>
                  <a:schemeClr val="tx1"/>
                </a:solidFill>
              </a:rPr>
              <a:t>Transformed raw transaction logs into customer-level Recency, Frequency, and Monetary (RFM) metrics.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Operational Risk &amp; Return Indicators: </a:t>
            </a:r>
            <a:r>
              <a:rPr lang="en-US" sz="1000" b="0" dirty="0">
                <a:solidFill>
                  <a:schemeClr val="tx1"/>
                </a:solidFill>
              </a:rPr>
              <a:t>Engineered cancellation rates and return frequency ratios per customer.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Market Basket Affinity</a:t>
            </a:r>
            <a:r>
              <a:rPr lang="en-US" sz="1000" b="0" dirty="0">
                <a:solidFill>
                  <a:schemeClr val="tx1"/>
                </a:solidFill>
              </a:rPr>
              <a:t>: Developed product co-occurrence rules, temporal buying habits, repeat purchase rates to capture cross-sell affinity &amp; drive personalized recommendations.</a:t>
            </a: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729DF32E-808A-96CE-FFAD-C3EA83D45324}"/>
              </a:ext>
            </a:extLst>
          </p:cNvPr>
          <p:cNvSpPr/>
          <p:nvPr/>
        </p:nvSpPr>
        <p:spPr>
          <a:xfrm>
            <a:off x="6219825" y="1806053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>
                <a:hlinkClick r:id="rId5" action="ppaction://hlinksldjump"/>
              </a:rPr>
              <a:t>4. Model Implementation</a:t>
            </a:r>
            <a:r>
              <a:rPr lang="en-US" sz="1400" dirty="0">
                <a:hlinkClick r:id="rId5" action="ppaction://hlinksldjump"/>
              </a:rPr>
              <a:t>, Comparisons</a:t>
            </a:r>
            <a:r>
              <a:rPr sz="1400" dirty="0">
                <a:hlinkClick r:id="rId5" action="ppaction://hlinksldjump"/>
              </a:rPr>
              <a:t> &amp; </a:t>
            </a:r>
            <a:r>
              <a:rPr lang="en-US" sz="1400" dirty="0">
                <a:hlinkClick r:id="rId5" action="ppaction://hlinksldjump"/>
              </a:rPr>
              <a:t>Evaluation</a:t>
            </a:r>
            <a:endParaRPr lang="en-US" sz="1400" dirty="0"/>
          </a:p>
          <a:p>
            <a:pPr algn="ctr">
              <a:defRPr sz="1100" b="1">
                <a:solidFill>
                  <a:srgbClr val="1F4E79"/>
                </a:solidFill>
              </a:defRPr>
            </a:pPr>
            <a:endParaRPr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000" dirty="0"/>
              <a:t>Candidate Generation: </a:t>
            </a:r>
            <a:r>
              <a:rPr sz="1000" b="0" dirty="0">
                <a:solidFill>
                  <a:srgbClr val="595959"/>
                </a:solidFill>
              </a:rPr>
              <a:t>Implicit ALS Factorization retrieves Top 20 relevant items in &lt;10ms.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000" dirty="0"/>
              <a:t>Stage-2 Re-Ranker: </a:t>
            </a:r>
            <a:r>
              <a:rPr sz="1000" b="0" dirty="0" err="1">
                <a:solidFill>
                  <a:srgbClr val="595959"/>
                </a:solidFill>
              </a:rPr>
              <a:t>XGBoost</a:t>
            </a:r>
            <a:r>
              <a:rPr sz="1000" b="0" dirty="0">
                <a:solidFill>
                  <a:srgbClr val="595959"/>
                </a:solidFill>
              </a:rPr>
              <a:t> pointwise classifier predicts purchase probability P(Buy | User, Item).</a:t>
            </a:r>
            <a:endParaRPr lang="en-US" sz="10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000" b="0" dirty="0">
              <a:solidFill>
                <a:srgbClr val="595959"/>
              </a:solidFill>
            </a:endParaRP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B3BACCFE-2B7B-215A-AC4F-ED5D1ECA3C56}"/>
              </a:ext>
            </a:extLst>
          </p:cNvPr>
          <p:cNvSpPr/>
          <p:nvPr/>
        </p:nvSpPr>
        <p:spPr>
          <a:xfrm>
            <a:off x="6219825" y="3440486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>
                <a:hlinkClick r:id="rId6" action="ppaction://hlinksldjump"/>
              </a:rPr>
              <a:t>5. </a:t>
            </a:r>
            <a:r>
              <a:rPr lang="en-US" sz="1400" dirty="0">
                <a:hlinkClick r:id="rId6" action="ppaction://hlinksldjump"/>
              </a:rPr>
              <a:t>Results &amp; Findings</a:t>
            </a:r>
            <a:endParaRPr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High Revenue Concentration in Core &amp; VIP Accounts: </a:t>
            </a:r>
            <a:r>
              <a:rPr lang="en-US" sz="1000" b="0" dirty="0">
                <a:solidFill>
                  <a:schemeClr val="tx1"/>
                </a:solidFill>
              </a:rPr>
              <a:t>Core Loyalists (Cluster 0) and Wholesale VIPs (Cluster 1) generate 93.74% (£7.78M) of total portfolio revenue.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Significant Dormant Reactivation Opportunity: </a:t>
            </a:r>
            <a:r>
              <a:rPr lang="en-US" sz="1000" b="0" dirty="0">
                <a:solidFill>
                  <a:schemeClr val="tx1"/>
                </a:solidFill>
              </a:rPr>
              <a:t>Dormant Buyers (Cluster 2) make up nearly a quarter of the customer base but contribute only 6.33% (£525.6k) of net sales.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Operational Profit Drain from Abusive Returners: </a:t>
            </a:r>
            <a:r>
              <a:rPr lang="en-US" sz="1000" b="0" dirty="0">
                <a:solidFill>
                  <a:schemeClr val="tx1"/>
                </a:solidFill>
              </a:rPr>
              <a:t>Regular Returners (Cluster 3) actively erode company margins with a net contribution of -£5,651.31 across 63 accounts.</a:t>
            </a:r>
            <a:endParaRPr sz="1000" b="0" dirty="0">
              <a:solidFill>
                <a:schemeClr val="tx1"/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7FCBD78-0C26-C7E2-28D7-DE96DB3367B0}"/>
              </a:ext>
            </a:extLst>
          </p:cNvPr>
          <p:cNvSpPr/>
          <p:nvPr/>
        </p:nvSpPr>
        <p:spPr>
          <a:xfrm>
            <a:off x="6219825" y="5097892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US" sz="1400" dirty="0">
                <a:hlinkClick r:id="rId7" action="ppaction://hlinksldjump"/>
              </a:rPr>
              <a:t>6. Strategic Recommendations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000" b="1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Core &amp; VIP Account Retention: </a:t>
            </a:r>
            <a:r>
              <a:rPr lang="en-US" sz="1000" b="0" dirty="0">
                <a:solidFill>
                  <a:schemeClr val="tx1"/>
                </a:solidFill>
              </a:rPr>
              <a:t>Protect 23 corporate VIP accounts (Cluster 1) through dedicated 1-on-1 account managers and churn alerts.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Predictive ML Win-Back Campaigns</a:t>
            </a:r>
            <a:r>
              <a:rPr lang="en-US" sz="1000" b="0" dirty="0">
                <a:solidFill>
                  <a:schemeClr val="tx1"/>
                </a:solidFill>
              </a:rPr>
              <a:t>: Re-engage 1,075 Dormant Buyers (Cluster 2) by using </a:t>
            </a:r>
            <a:r>
              <a:rPr lang="en-US" sz="1000" b="0" dirty="0" err="1">
                <a:solidFill>
                  <a:schemeClr val="tx1"/>
                </a:solidFill>
              </a:rPr>
              <a:t>XGBoost</a:t>
            </a:r>
            <a:r>
              <a:rPr lang="en-US" sz="1000" b="0" dirty="0">
                <a:solidFill>
                  <a:schemeClr val="tx1"/>
                </a:solidFill>
              </a:rPr>
              <a:t> and Logistic Regression to score 30-day purchase probabilities.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000" b="1" dirty="0">
                <a:solidFill>
                  <a:schemeClr val="tx1"/>
                </a:solidFill>
              </a:rPr>
              <a:t>Margin Recovery &amp; Policy Safeguards: </a:t>
            </a:r>
            <a:r>
              <a:rPr lang="en-US" sz="1000" b="0" dirty="0">
                <a:solidFill>
                  <a:schemeClr val="tx1"/>
                </a:solidFill>
              </a:rPr>
              <a:t>Eliminate profit drain from Regular Returners (Cluster 3) by enforcing return fees, strict return windows</a:t>
            </a:r>
          </a:p>
        </p:txBody>
      </p:sp>
    </p:spTree>
    <p:extLst>
      <p:ext uri="{BB962C8B-B14F-4D97-AF65-F5344CB8AC3E}">
        <p14:creationId xmlns:p14="http://schemas.microsoft.com/office/powerpoint/2010/main" val="165631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F017-25A9-EE1D-9CC7-ABBB40E5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6F848-768B-931A-1914-BF70EE694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1. Data Collection &amp; Data Dictionary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86395D-AC28-9702-8EA0-3DB6F3CE4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008394"/>
              </p:ext>
            </p:extLst>
          </p:nvPr>
        </p:nvGraphicFramePr>
        <p:xfrm>
          <a:off x="169333" y="1023733"/>
          <a:ext cx="11861800" cy="5727106"/>
        </p:xfrm>
        <a:graphic>
          <a:graphicData uri="http://schemas.openxmlformats.org/drawingml/2006/table">
            <a:tbl>
              <a:tblPr/>
              <a:tblGrid>
                <a:gridCol w="1485847">
                  <a:extLst>
                    <a:ext uri="{9D8B030D-6E8A-4147-A177-3AD203B41FA5}">
                      <a16:colId xmlns:a16="http://schemas.microsoft.com/office/drawing/2014/main" val="3839326844"/>
                    </a:ext>
                  </a:extLst>
                </a:gridCol>
                <a:gridCol w="2559652">
                  <a:extLst>
                    <a:ext uri="{9D8B030D-6E8A-4147-A177-3AD203B41FA5}">
                      <a16:colId xmlns:a16="http://schemas.microsoft.com/office/drawing/2014/main" val="841652868"/>
                    </a:ext>
                  </a:extLst>
                </a:gridCol>
                <a:gridCol w="1211153">
                  <a:extLst>
                    <a:ext uri="{9D8B030D-6E8A-4147-A177-3AD203B41FA5}">
                      <a16:colId xmlns:a16="http://schemas.microsoft.com/office/drawing/2014/main" val="3149821531"/>
                    </a:ext>
                  </a:extLst>
                </a:gridCol>
                <a:gridCol w="1885402">
                  <a:extLst>
                    <a:ext uri="{9D8B030D-6E8A-4147-A177-3AD203B41FA5}">
                      <a16:colId xmlns:a16="http://schemas.microsoft.com/office/drawing/2014/main" val="1571353376"/>
                    </a:ext>
                  </a:extLst>
                </a:gridCol>
                <a:gridCol w="1930268">
                  <a:extLst>
                    <a:ext uri="{9D8B030D-6E8A-4147-A177-3AD203B41FA5}">
                      <a16:colId xmlns:a16="http://schemas.microsoft.com/office/drawing/2014/main" val="1122985183"/>
                    </a:ext>
                  </a:extLst>
                </a:gridCol>
                <a:gridCol w="2789478">
                  <a:extLst>
                    <a:ext uri="{9D8B030D-6E8A-4147-A177-3AD203B41FA5}">
                      <a16:colId xmlns:a16="http://schemas.microsoft.com/office/drawing/2014/main" val="2450765274"/>
                    </a:ext>
                  </a:extLst>
                </a:gridCol>
              </a:tblGrid>
              <a:tr h="511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Column Name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Description &amp; Business Meaning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Data Type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Allowed Values / Format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Sample Values Extracted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Missing Value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Handling Strategy</a:t>
                      </a:r>
                    </a:p>
                  </a:txBody>
                  <a:tcPr marL="6531" marR="6531" marT="6531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802517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InvoiceNo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6-digit order/invoice number assigned to each commercial transaction line.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Integer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6-digit integer or alphanumeric string (prefixed with 'C' for cancellations)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536365, 536366, 536367, 536368, C536379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Nulls Allowed (Primary Key / Transaction ID). Drop row or reject transaction record if missing.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745228"/>
                  </a:ext>
                </a:extLst>
              </a:tr>
              <a:tr h="5667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product/item identifier code assigned to each distinct item in the catalog.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Alphanumeric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5-to-6 character code (e.g., '85123A', '71053', 'POST')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85123A, 71053, 84406B, 84029G, 84029E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Nulls Allowed (Foreign Key). If missing, drop line item or infer from `Description` via exact lookup.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229547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Commercial product name and detailed item title.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Text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Uppercase text product name (max 255 chars)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WHITE HANGING HEART T-LIGHT HOLDER, WHITE METAL LANTERN, CREAM CUPID HEARTS COAT HANGER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text using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mapping lookup table. If unmapped, fill with `'UNKNOWN ITEM'`.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72069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Quantity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units of the product purchased or returned per order line item.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Integer values (Positive for purchases, negative for order cancellations/returns)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 8, 2, 32, 3, -1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values with `1` (mode purchase quantity). For returns/cancellations, segregate negative quantities during EDA.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699754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InvoiceDate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Exact date and time when the purchase or cancellation transaction was generated.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Datetime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Timestamp in `MM/DD/YYYY HH:MM` or `YYYY-MM-DD HH:MM:SS` format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12/1/2010 8:26, 12/1/2010 8:28, 12/1/2010 8:34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Forward-fill or back-fill based on surrounding items sharing the same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InvoiceNo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`. Drop row if invoice time is unrecoverable.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23908"/>
                  </a:ext>
                </a:extLst>
              </a:tr>
              <a:tr h="5667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UnitPrice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Retail sale price per single unit of product in British Pounds Sterling (£).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Float / Currency (£)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Numeric value &gt;= 0.00 (e.g., 0.00 to 9,999.99)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2.55, 3.39, 2.75, 7.65, 4.25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or zero values using the median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UnitPrice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grouped by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`. Exclude or flag zero-price promotional items.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27043"/>
                  </a:ext>
                </a:extLst>
              </a:tr>
              <a:tr h="7557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CustomerID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customer account identifier used to track purchasing history and RFM segmentation.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Float / Integer / String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5-digit customer ID number (e.g., 17850, 13047)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17850.0, 13047.0, 12583.0, 13748.0, 15100.0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guest/anonymous checkout records with a synthetic ID (e.g., `99999` or `'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Guest_Session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'`), or exclude from user-collaborative filtering models.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17855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Country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Geographic country name where the purchasing customer or shipping address is located.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Categorical / String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Country name strings (e.g., 'United Kingdom', 'France')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United Kingdom, France, Germany, EIRE, Spain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values with `'United Kingdom'` (dominant baseline mode, &gt;90% prevalence) or map via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CustomerID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history.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459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2C7EA0-7F3C-B3B4-5212-ABD2266530C4}"/>
              </a:ext>
            </a:extLst>
          </p:cNvPr>
          <p:cNvSpPr txBox="1"/>
          <p:nvPr/>
        </p:nvSpPr>
        <p:spPr>
          <a:xfrm>
            <a:off x="9533467" y="525601"/>
            <a:ext cx="2409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b="1" dirty="0"/>
              <a:t>Kaggle Link: </a:t>
            </a:r>
            <a:r>
              <a:rPr lang="en-PH" sz="1200" dirty="0">
                <a:hlinkClick r:id="rId2"/>
              </a:rPr>
              <a:t>E-Commerce Data</a:t>
            </a:r>
            <a:endParaRPr lang="en-PH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E2690-4753-6A03-CEE4-CE5836BE26C9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2: Data Collection &amp; Understanding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9" name="Picture 8" descr="House black shape for home interface symbol - Free interface ...">
            <a:hlinkClick r:id="rId3" action="ppaction://hlinksldjump"/>
            <a:extLst>
              <a:ext uri="{FF2B5EF4-FFF2-40B4-BE49-F238E27FC236}">
                <a16:creationId xmlns:a16="http://schemas.microsoft.com/office/drawing/2014/main" id="{45AC907A-17C9-7C6C-311E-396656DC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1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F444-96CD-9B41-A51C-8563AC01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251CC4-6C14-A307-3E97-1E1CBAA8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– Characteristics &amp; Why it’s Excellent for Data Science Projects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691B7-520A-0C33-7816-2C5EA7160886}"/>
              </a:ext>
            </a:extLst>
          </p:cNvPr>
          <p:cNvSpPr txBox="1"/>
          <p:nvPr/>
        </p:nvSpPr>
        <p:spPr>
          <a:xfrm>
            <a:off x="614892" y="5995260"/>
            <a:ext cx="3254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b="1" dirty="0"/>
              <a:t>Kaggle Link: </a:t>
            </a:r>
            <a:r>
              <a:rPr lang="en-PH" sz="1200" dirty="0">
                <a:hlinkClick r:id="rId2"/>
              </a:rPr>
              <a:t>E-Commerce Data</a:t>
            </a:r>
            <a:endParaRPr lang="en-PH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F4D3A-F966-07FF-46EE-65CA37E9E083}"/>
              </a:ext>
            </a:extLst>
          </p:cNvPr>
          <p:cNvSpPr txBox="1"/>
          <p:nvPr/>
        </p:nvSpPr>
        <p:spPr>
          <a:xfrm>
            <a:off x="614892" y="1389699"/>
            <a:ext cx="1096221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Richness of Information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It contains transactional data including invoice numbers, product codes, descriptions, quantities, unit prices, invoice dates, customer IDs, and countries. This allows for a wide range of analyses.</a:t>
            </a: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Variety of Data Science Tasks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You can perform numerous tasks: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Sales Forecasting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Predicting future sales based on historical data, considering seasonality and trends.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Customer Segmentation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Grouping customers based on their purchasing behavior (e.g., using RFM analysis: Recency, Frequency, Monetary value) to tailor marketing strategies.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Market Basket Analysis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Identifying products frequently bought together (e.g., using association rules) to optimize product placement or cross-selling.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Product Recommendation Systems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Building systems to suggest products to customers based on their past purchases or similar customers' behavior.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Fraud Detection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Identifying unusual purchasing patterns that might indicate fraudulent activity.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Demand Planning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Understanding which products are popular and when, to manage inventory efficiently.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Geographic Analysis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Analyzing sales patterns across different countries.</a:t>
            </a: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Real-World Applicability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E-commerce data directly addresses real business problems, making the insights gained highly valuable for business decision-making.</a:t>
            </a: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Data Cleaning and Preprocessing Practice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Like many real-world datasets, it might require cleaning (e.g., handling missing values, correct data types, dealing with outliers), which provides valuable practice in data preprocessing techniques.</a:t>
            </a: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PH" sz="1100" b="1" i="0" dirty="0">
                <a:solidFill>
                  <a:schemeClr val="tx1"/>
                </a:solidFill>
                <a:effectLst/>
                <a:latin typeface="+mn-lt"/>
              </a:rPr>
              <a:t>Time Series Analysis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: The </a:t>
            </a:r>
            <a:r>
              <a:rPr lang="en-PH" sz="1100" b="0" i="1" dirty="0" err="1">
                <a:solidFill>
                  <a:schemeClr val="tx1"/>
                </a:solidFill>
                <a:effectLst/>
                <a:latin typeface="+mn-lt"/>
              </a:rPr>
              <a:t>InvoiceDate</a:t>
            </a:r>
            <a:r>
              <a:rPr lang="en-PH" sz="1100" b="0" i="0" dirty="0">
                <a:solidFill>
                  <a:schemeClr val="tx1"/>
                </a:solidFill>
                <a:effectLst/>
                <a:latin typeface="+mn-lt"/>
              </a:rPr>
              <a:t> column allows for time-based analysis, enabling the study of trends, seasonality, and overall sales performance over time.</a:t>
            </a:r>
            <a:endParaRPr lang="en-PH" sz="7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148A0-AD24-3EF2-0A0C-48629D98A34D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2: Data Collection &amp; Understanding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Picture 6" descr="House black shape for home interface symbol - Free interface ...">
            <a:hlinkClick r:id="rId3" action="ppaction://hlinksldjump"/>
            <a:extLst>
              <a:ext uri="{FF2B5EF4-FFF2-40B4-BE49-F238E27FC236}">
                <a16:creationId xmlns:a16="http://schemas.microsoft.com/office/drawing/2014/main" id="{90F18651-1FDE-45A7-45C0-52B49880B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2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78A8-4522-9D0B-CC21-8DCCD06A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9F3E6F-1B51-708E-F66F-18BC3890B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2 &amp; 3. </a:t>
            </a:r>
            <a:r>
              <a:rPr lang="en-US" dirty="0"/>
              <a:t>Exploratory Data Analysis: Cleaning &amp; Profiling</a:t>
            </a:r>
            <a:endParaRPr lang="en-P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4CF1E-FA23-D3CC-9C69-8E4A3C809E6A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3: Data Preprocessing, Applied EDA &amp; Feature Engineering 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17" name="Picture 16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BECD3460-99D0-4E5D-F74F-F576504D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AB6348-4C5D-F2D7-7C37-638D5D2ED6AE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RAW DATA AUDIT: Reduced 541,909 raw records across 8 variables to 406,829 valid customer-attributed rows.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5C8EEA32-8B2A-A7C4-0A11-ED036491CDBA}"/>
              </a:ext>
            </a:extLst>
          </p:cNvPr>
          <p:cNvSpPr/>
          <p:nvPr/>
        </p:nvSpPr>
        <p:spPr>
          <a:xfrm>
            <a:off x="745066" y="1983200"/>
            <a:ext cx="3275584" cy="3985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Missing Value Filtering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</a:t>
            </a:r>
            <a:r>
              <a:rPr sz="1100" dirty="0" err="1"/>
              <a:t>CustomerID</a:t>
            </a:r>
            <a:r>
              <a:rPr sz="1100" dirty="0"/>
              <a:t> Integrity Check)</a:t>
            </a:r>
            <a:endParaRPr lang="en-PH" sz="1100" dirty="0"/>
          </a:p>
          <a:p>
            <a:pPr>
              <a:defRPr sz="900" i="1">
                <a:solidFill>
                  <a:srgbClr val="595959"/>
                </a:solidFill>
              </a:defRPr>
            </a:pPr>
            <a:endParaRPr sz="105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Raw Volume: </a:t>
            </a:r>
            <a:r>
              <a:rPr sz="1100" b="0" dirty="0">
                <a:solidFill>
                  <a:srgbClr val="595959"/>
                </a:solidFill>
              </a:rPr>
              <a:t>541,909 rows across 8 variables (InvoiceNo, </a:t>
            </a:r>
            <a:r>
              <a:rPr sz="1100" b="0" dirty="0" err="1">
                <a:solidFill>
                  <a:srgbClr val="595959"/>
                </a:solidFill>
              </a:rPr>
              <a:t>StockCode</a:t>
            </a:r>
            <a:r>
              <a:rPr sz="1100" b="0" dirty="0">
                <a:solidFill>
                  <a:srgbClr val="595959"/>
                </a:solidFill>
              </a:rPr>
              <a:t>, Description, Quantity, </a:t>
            </a:r>
            <a:r>
              <a:rPr sz="1100" b="0" dirty="0" err="1">
                <a:solidFill>
                  <a:srgbClr val="595959"/>
                </a:solidFill>
              </a:rPr>
              <a:t>InvoiceDate</a:t>
            </a:r>
            <a:r>
              <a:rPr sz="1100" b="0" dirty="0">
                <a:solidFill>
                  <a:srgbClr val="595959"/>
                </a:solidFill>
              </a:rPr>
              <a:t>, </a:t>
            </a:r>
            <a:r>
              <a:rPr sz="1100" b="0" dirty="0" err="1">
                <a:solidFill>
                  <a:srgbClr val="595959"/>
                </a:solidFill>
              </a:rPr>
              <a:t>UnitPrice</a:t>
            </a:r>
            <a:r>
              <a:rPr sz="1100" b="0" dirty="0">
                <a:solidFill>
                  <a:srgbClr val="595959"/>
                </a:solidFill>
              </a:rPr>
              <a:t>, </a:t>
            </a:r>
            <a:r>
              <a:rPr sz="1100" b="0" dirty="0" err="1">
                <a:solidFill>
                  <a:srgbClr val="595959"/>
                </a:solidFill>
              </a:rPr>
              <a:t>CustomerID</a:t>
            </a:r>
            <a:r>
              <a:rPr sz="1100" b="0" dirty="0">
                <a:solidFill>
                  <a:srgbClr val="595959"/>
                </a:solidFill>
              </a:rPr>
              <a:t>, Country).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Description Nulls: </a:t>
            </a:r>
            <a:r>
              <a:rPr sz="1100" b="0" dirty="0">
                <a:solidFill>
                  <a:srgbClr val="595959"/>
                </a:solidFill>
              </a:rPr>
              <a:t>Only 0.27% missing; retained or imputed with dummy product labels.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 err="1"/>
              <a:t>CustomerID</a:t>
            </a:r>
            <a:r>
              <a:rPr sz="1100" dirty="0"/>
              <a:t> Nulls: </a:t>
            </a:r>
            <a:r>
              <a:rPr sz="1100" b="0" dirty="0">
                <a:solidFill>
                  <a:srgbClr val="595959"/>
                </a:solidFill>
              </a:rPr>
              <a:t>24.93% missing (135,080 rows). Dropped as customer attribution is strictly required for behavioral modeling.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Active Dataset: </a:t>
            </a:r>
            <a:r>
              <a:rPr sz="1100" b="0" dirty="0">
                <a:solidFill>
                  <a:srgbClr val="595959"/>
                </a:solidFill>
              </a:rPr>
              <a:t>406,829 clean, customer-identified transaction rows.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BE6D8F2D-7F49-1185-923C-83F33F7D02F2}"/>
              </a:ext>
            </a:extLst>
          </p:cNvPr>
          <p:cNvSpPr/>
          <p:nvPr/>
        </p:nvSpPr>
        <p:spPr>
          <a:xfrm>
            <a:off x="4463965" y="1983200"/>
            <a:ext cx="3275584" cy="3985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Outliers &amp; Price Corrections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(Zero/Negative Price Handling)</a:t>
            </a:r>
            <a:endParaRPr lang="en-PH" sz="1100" dirty="0"/>
          </a:p>
          <a:p>
            <a:pPr>
              <a:defRPr sz="90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Price Anomalies: </a:t>
            </a:r>
            <a:r>
              <a:rPr sz="1100" b="0" dirty="0">
                <a:solidFill>
                  <a:srgbClr val="595959"/>
                </a:solidFill>
              </a:rPr>
              <a:t>Identified 40 transactions with </a:t>
            </a:r>
            <a:r>
              <a:rPr sz="1100" b="0" dirty="0" err="1">
                <a:solidFill>
                  <a:srgbClr val="595959"/>
                </a:solidFill>
              </a:rPr>
              <a:t>UnitPrice</a:t>
            </a:r>
            <a:r>
              <a:rPr sz="1100" b="0" dirty="0">
                <a:solidFill>
                  <a:srgbClr val="595959"/>
                </a:solidFill>
              </a:rPr>
              <a:t> ≤ 0.00.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Imputation Rule: </a:t>
            </a:r>
            <a:r>
              <a:rPr sz="1100" b="0" dirty="0">
                <a:solidFill>
                  <a:srgbClr val="595959"/>
                </a:solidFill>
              </a:rPr>
              <a:t>Imputed using the positive median price per </a:t>
            </a:r>
            <a:r>
              <a:rPr sz="1100" b="0" dirty="0" err="1">
                <a:solidFill>
                  <a:srgbClr val="595959"/>
                </a:solidFill>
              </a:rPr>
              <a:t>StockCode</a:t>
            </a:r>
            <a:r>
              <a:rPr sz="1100" b="0" dirty="0">
                <a:solidFill>
                  <a:srgbClr val="595959"/>
                </a:solidFill>
              </a:rPr>
              <a:t>; fallback to global median price.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Metric Protection: </a:t>
            </a:r>
            <a:r>
              <a:rPr sz="1100" b="0" dirty="0">
                <a:solidFill>
                  <a:srgbClr val="595959"/>
                </a:solidFill>
              </a:rPr>
              <a:t>Prevents distortion of user monetary spend and basket value calculations.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9EAC6D11-8EE5-99B0-9488-9C19C8C1641E}"/>
              </a:ext>
            </a:extLst>
          </p:cNvPr>
          <p:cNvSpPr/>
          <p:nvPr/>
        </p:nvSpPr>
        <p:spPr>
          <a:xfrm>
            <a:off x="8132294" y="1983200"/>
            <a:ext cx="3275584" cy="3985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Returns &amp; Cancellation Risk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(Negative Quantity Analysis)</a:t>
            </a:r>
          </a:p>
          <a:p>
            <a:pPr>
              <a:defRPr sz="9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Negative Quantities: </a:t>
            </a:r>
            <a:r>
              <a:rPr sz="1100" b="0" dirty="0">
                <a:solidFill>
                  <a:srgbClr val="595959"/>
                </a:solidFill>
              </a:rPr>
              <a:t>Identified 8,905 transactions with Quantity &lt; 0.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Invoice Cross-Ref: </a:t>
            </a:r>
            <a:r>
              <a:rPr sz="1100" b="0" dirty="0">
                <a:solidFill>
                  <a:srgbClr val="595959"/>
                </a:solidFill>
              </a:rPr>
              <a:t>Confirmed all coincided with 'C' prefixed InvoiceNo codes (Cancellations/Returns).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Handling Action: </a:t>
            </a:r>
            <a:r>
              <a:rPr sz="1100" b="0" dirty="0">
                <a:solidFill>
                  <a:srgbClr val="595959"/>
                </a:solidFill>
              </a:rPr>
              <a:t>Preserved separately to engineer return rate &amp; customer operational risk features.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05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CB1E-9B7C-EB65-EA14-685405BF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DDD472-14A1-1993-1E66-9F90ED38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Behavioral &amp; Predictive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6A22F-09A8-1F67-41FA-1C569966AABE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3: Data Preprocessing, Applied EDA &amp; Feature Engineering 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6" name="Picture 5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30F4A6E8-0CD6-80E1-0355-AE3CB2FB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C056BF-72B6-D3D3-FE68-455B562523EE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FEATURE DIMENSIONS: Transformed transaction logs into multidimensional aggregated customer profiles.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524BA22C-5CE2-E3F5-EB8C-4F0A3D437B7C}"/>
              </a:ext>
            </a:extLst>
          </p:cNvPr>
          <p:cNvSpPr/>
          <p:nvPr/>
        </p:nvSpPr>
        <p:spPr>
          <a:xfrm>
            <a:off x="614892" y="1867745"/>
            <a:ext cx="3360251" cy="3161455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RFM Core Dimensions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(Customer Value Base)</a:t>
            </a:r>
            <a:endParaRPr lang="en-PH" sz="1100" dirty="0"/>
          </a:p>
          <a:p>
            <a:pPr algn="ctr">
              <a:defRPr sz="90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Recency: </a:t>
            </a:r>
            <a:r>
              <a:rPr sz="1100" b="0" dirty="0">
                <a:solidFill>
                  <a:srgbClr val="595959"/>
                </a:solidFill>
              </a:rPr>
              <a:t>Days between customer's last order and train/test split date.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Frequency: </a:t>
            </a:r>
            <a:r>
              <a:rPr sz="1100" b="0" dirty="0">
                <a:solidFill>
                  <a:srgbClr val="595959"/>
                </a:solidFill>
              </a:rPr>
              <a:t>Count of unique, completed invoice numbers generated.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Monetary Value: </a:t>
            </a:r>
            <a:r>
              <a:rPr sz="1100" b="0" dirty="0">
                <a:solidFill>
                  <a:srgbClr val="595959"/>
                </a:solidFill>
              </a:rPr>
              <a:t>Sum of positive purchases minus processed return value.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CF7E6608-6F70-F68D-568E-2661A2CA7ACA}"/>
              </a:ext>
            </a:extLst>
          </p:cNvPr>
          <p:cNvSpPr/>
          <p:nvPr/>
        </p:nvSpPr>
        <p:spPr>
          <a:xfrm>
            <a:off x="4319567" y="1867745"/>
            <a:ext cx="3360251" cy="3161455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Risk &amp; Cost Indicators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(Operational Abuse Flags)</a:t>
            </a:r>
            <a:endParaRPr lang="en-PH" sz="1100" dirty="0"/>
          </a:p>
          <a:p>
            <a:pPr algn="ctr">
              <a:defRPr sz="90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Cancellation Rate: </a:t>
            </a:r>
            <a:r>
              <a:rPr sz="1100" b="0" dirty="0">
                <a:solidFill>
                  <a:srgbClr val="595959"/>
                </a:solidFill>
              </a:rPr>
              <a:t>Proportion of total customer transactions flagged as returns (</a:t>
            </a:r>
            <a:r>
              <a:rPr sz="1100" b="0" dirty="0" err="1">
                <a:solidFill>
                  <a:srgbClr val="595959"/>
                </a:solidFill>
              </a:rPr>
              <a:t>IsCancellation</a:t>
            </a:r>
            <a:r>
              <a:rPr sz="1100" b="0" dirty="0">
                <a:solidFill>
                  <a:srgbClr val="595959"/>
                </a:solidFill>
              </a:rPr>
              <a:t> == 1).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Operational Impact: </a:t>
            </a:r>
            <a:r>
              <a:rPr sz="1100" b="0" dirty="0">
                <a:solidFill>
                  <a:srgbClr val="595959"/>
                </a:solidFill>
              </a:rPr>
              <a:t>Key driver for detecting return abuse and high reverse-logistics cost.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A6D9B380-158D-03D1-F8E8-8F9504B75AEC}"/>
              </a:ext>
            </a:extLst>
          </p:cNvPr>
          <p:cNvSpPr/>
          <p:nvPr/>
        </p:nvSpPr>
        <p:spPr>
          <a:xfrm>
            <a:off x="8057093" y="1867745"/>
            <a:ext cx="3360251" cy="3161455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600" dirty="0"/>
              <a:t>Temporal &amp; Basket Affinity</a:t>
            </a:r>
          </a:p>
          <a:p>
            <a:pPr algn="ctr">
              <a:defRPr sz="900" i="1">
                <a:solidFill>
                  <a:srgbClr val="595959"/>
                </a:solidFill>
              </a:defRPr>
            </a:pPr>
            <a:r>
              <a:rPr sz="1100" dirty="0"/>
              <a:t>(Market Basket Co-occurrence)</a:t>
            </a:r>
            <a:endParaRPr lang="en-PH" sz="1100" dirty="0"/>
          </a:p>
          <a:p>
            <a:pPr marL="171450" indent="-171450" algn="ctr">
              <a:buFont typeface="Arial" panose="020B0604020202020204" pitchFamily="34" charset="0"/>
              <a:buChar char="•"/>
              <a:defRPr sz="90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Temporal Patterns: </a:t>
            </a:r>
            <a:r>
              <a:rPr sz="1100" b="0" dirty="0">
                <a:solidFill>
                  <a:srgbClr val="595959"/>
                </a:solidFill>
              </a:rPr>
              <a:t>Extracted hour, day-of-week, and weekend flags from </a:t>
            </a:r>
            <a:r>
              <a:rPr sz="1100" b="0" dirty="0" err="1">
                <a:solidFill>
                  <a:srgbClr val="595959"/>
                </a:solidFill>
              </a:rPr>
              <a:t>InvoiceDate</a:t>
            </a:r>
            <a:r>
              <a:rPr sz="1100" b="0" dirty="0">
                <a:solidFill>
                  <a:srgbClr val="595959"/>
                </a:solidFill>
              </a:rPr>
              <a:t>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Product Pairing: </a:t>
            </a:r>
            <a:r>
              <a:rPr sz="1100" b="0" dirty="0">
                <a:solidFill>
                  <a:srgbClr val="595959"/>
                </a:solidFill>
              </a:rPr>
              <a:t>Co-occurrence rules (e.g. Alarm Clock </a:t>
            </a:r>
            <a:r>
              <a:rPr sz="1100" b="0" dirty="0" err="1">
                <a:solidFill>
                  <a:srgbClr val="595959"/>
                </a:solidFill>
              </a:rPr>
              <a:t>Bakelike</a:t>
            </a:r>
            <a:r>
              <a:rPr sz="1100" b="0" dirty="0">
                <a:solidFill>
                  <a:srgbClr val="595959"/>
                </a:solidFill>
              </a:rPr>
              <a:t> Green pairs with Red/Pink).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1">
                <a:solidFill>
                  <a:srgbClr val="262626"/>
                </a:solidFill>
              </a:defRPr>
            </a:pPr>
            <a:r>
              <a:rPr sz="1100" dirty="0"/>
              <a:t>Repeat Rate: </a:t>
            </a:r>
            <a:r>
              <a:rPr sz="1100" b="0" dirty="0">
                <a:solidFill>
                  <a:srgbClr val="595959"/>
                </a:solidFill>
              </a:rPr>
              <a:t>Computed per </a:t>
            </a:r>
            <a:r>
              <a:rPr sz="1100" b="0" dirty="0" err="1">
                <a:solidFill>
                  <a:srgbClr val="595959"/>
                </a:solidFill>
              </a:rPr>
              <a:t>StockCode</a:t>
            </a:r>
            <a:r>
              <a:rPr sz="1100" b="0" dirty="0">
                <a:solidFill>
                  <a:srgbClr val="595959"/>
                </a:solidFill>
              </a:rPr>
              <a:t> to identify retention-driving items.</a:t>
            </a:r>
          </a:p>
        </p:txBody>
      </p:sp>
    </p:spTree>
    <p:extLst>
      <p:ext uri="{BB962C8B-B14F-4D97-AF65-F5344CB8AC3E}">
        <p14:creationId xmlns:p14="http://schemas.microsoft.com/office/powerpoint/2010/main" val="368328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C927-71C5-8D38-751B-B3CBCF4B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862D5F-261B-152A-770E-515E0573F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Model Implementation &amp; Evaluation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A00B2-BC46-6A52-3102-F5CEE4598710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SEGMENTATION RESULTS: K-Means (K=4) +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Classifier (AUC = 0.7439) unlocked 4 distinct behavioral cohorts.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78605-08DD-693C-8755-7C1D457EEB9B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/>
              </a:rPr>
              <a:t>Step 4: Model Implementation </a:t>
            </a:r>
            <a:endParaRPr lang="en-PH" sz="1100" b="1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13" name="Picture 12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0FB38BA5-B022-A9B4-9033-BB982327E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D916E2A-CE46-734D-4FD5-2A33FD533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997896"/>
              </p:ext>
            </p:extLst>
          </p:nvPr>
        </p:nvGraphicFramePr>
        <p:xfrm>
          <a:off x="614891" y="1842347"/>
          <a:ext cx="10962215" cy="297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7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503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Cluster /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Count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Behavioral Summary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Return Rate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Net Spend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Strategy &amp; Value 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0: Active Loyalists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3,211 (73.4%)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High recency, steady frequency, core revenue driver.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Upsell/cross-sell (+£288.9k impact)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1: Wholesale VIPs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23 (0.5%)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Extremely high order values, bulk purchases.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2.39%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Personal account mgmt (+£37.6k)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2: Slipping Buyers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1,075 (24.6%)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Long period since last purchase, lower engagement.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Win-back triggers (+£63.0k recovery)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3: Abusive Returners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63 (1.4%)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Near-equal ratio of sales to return requests.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96.50%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 dirty="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 dirty="0"/>
                        <a:t>Tighten policy gates (+£49.5k savings)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284713A2-118A-C8E8-E75F-B141B7DE9284}"/>
              </a:ext>
            </a:extLst>
          </p:cNvPr>
          <p:cNvSpPr/>
          <p:nvPr/>
        </p:nvSpPr>
        <p:spPr>
          <a:xfrm>
            <a:off x="614891" y="5122334"/>
            <a:ext cx="10874376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850">
                <a:solidFill>
                  <a:srgbClr val="262626"/>
                </a:solidFill>
              </a:defRPr>
            </a:pPr>
            <a:r>
              <a:rPr sz="1200" b="1" dirty="0"/>
              <a:t>Model Performance Summary: </a:t>
            </a:r>
            <a:endParaRPr lang="en-PH" sz="1200" b="1" dirty="0"/>
          </a:p>
          <a:p>
            <a:pPr algn="ctr">
              <a:defRPr sz="850">
                <a:solidFill>
                  <a:srgbClr val="262626"/>
                </a:solidFill>
              </a:defRPr>
            </a:pPr>
            <a:r>
              <a:rPr sz="1200" dirty="0"/>
              <a:t>The </a:t>
            </a:r>
            <a:r>
              <a:rPr sz="1200" dirty="0" err="1"/>
              <a:t>XGBoost</a:t>
            </a:r>
            <a:r>
              <a:rPr sz="1200" dirty="0"/>
              <a:t> 30-day activity prediction model achieved an AUC of 0.7439. K-Means clustering (K=4) effectively isolated core revenue engines </a:t>
            </a:r>
            <a:endParaRPr lang="en-PH" sz="1200" dirty="0"/>
          </a:p>
          <a:p>
            <a:pPr algn="ctr">
              <a:defRPr sz="850">
                <a:solidFill>
                  <a:srgbClr val="262626"/>
                </a:solidFill>
              </a:defRPr>
            </a:pPr>
            <a:r>
              <a:rPr sz="1200" dirty="0"/>
              <a:t>(Clusters 0 &amp; 1) from profit-draining accounts (Cluster 3).</a:t>
            </a:r>
          </a:p>
        </p:txBody>
      </p:sp>
    </p:spTree>
    <p:extLst>
      <p:ext uri="{BB962C8B-B14F-4D97-AF65-F5344CB8AC3E}">
        <p14:creationId xmlns:p14="http://schemas.microsoft.com/office/powerpoint/2010/main" val="343713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D9E7-20C0-6831-4CE6-E2BCA066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070D1C-2207-4A28-7DD3-9CBD58B2D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Model Performance Comparison &amp; Selection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EBE9A-4EB7-DDBF-E864-D29A5125FCB2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4: Model Implementation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" name="Picture 12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29BE12E2-DBB1-367C-3DE9-667ECA3E2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D54D4F-8698-F025-6CD5-AD34AA6B9A80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DECISION: Tuned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Classifier selected for production deployment, achieving top discriminative ranking power (0.7439 ROC-AUC) and low calibration error (0.1817 Brier Score).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3FBFBA7B-CDAC-19B1-83EA-834834FC8DB4}"/>
              </a:ext>
            </a:extLst>
          </p:cNvPr>
          <p:cNvSpPr/>
          <p:nvPr/>
        </p:nvSpPr>
        <p:spPr>
          <a:xfrm>
            <a:off x="1119293" y="1852704"/>
            <a:ext cx="31739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400" dirty="0"/>
              <a:t>Top Discriminative Power</a:t>
            </a:r>
          </a:p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0.7439 ROC-AUC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100" dirty="0"/>
              <a:t>+1.50% Uplift over Baseline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9ABA52D0-FD6A-F375-EBE7-80F4B9126375}"/>
              </a:ext>
            </a:extLst>
          </p:cNvPr>
          <p:cNvSpPr/>
          <p:nvPr/>
        </p:nvSpPr>
        <p:spPr>
          <a:xfrm>
            <a:off x="4539488" y="1853858"/>
            <a:ext cx="31739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400"/>
              <a:t>Probability Error Rate</a:t>
            </a:r>
          </a:p>
          <a:p>
            <a:pPr algn="ctr">
              <a:defRPr sz="1600" b="1">
                <a:solidFill>
                  <a:srgbClr val="1F4E79"/>
                </a:solidFill>
              </a:defRPr>
            </a:pPr>
            <a:r>
              <a:t>0.1817 Brier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100"/>
              <a:t>-0.93% Error vs Baseline</a:t>
            </a: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78143CD9-7B18-BB2D-0464-C7CCFE08FFF3}"/>
              </a:ext>
            </a:extLst>
          </p:cNvPr>
          <p:cNvSpPr/>
          <p:nvPr/>
        </p:nvSpPr>
        <p:spPr>
          <a:xfrm>
            <a:off x="7959683" y="1852704"/>
            <a:ext cx="3173984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400"/>
              <a:t>Production Selection</a:t>
            </a:r>
          </a:p>
          <a:p>
            <a:pPr algn="ctr">
              <a:defRPr sz="1600" b="1">
                <a:solidFill>
                  <a:srgbClr val="276A3C"/>
                </a:solidFill>
              </a:defRPr>
            </a:pPr>
            <a:r>
              <a:t>Tuned XGBoost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100"/>
              <a:t>Supervised Boosting Paradigm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8006E9E-0511-E7F2-912B-3328B1368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49925"/>
              </p:ext>
            </p:extLst>
          </p:nvPr>
        </p:nvGraphicFramePr>
        <p:xfrm>
          <a:off x="614891" y="3181785"/>
          <a:ext cx="1096221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7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Model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Algorithm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ROC-AUC 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Brier 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Logistic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Supervised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0.7329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0.1834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Random Forest Classifier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Supervised Ensemble (Bagging)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0.7436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0.1816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Evaluated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XGBoost Classifier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Supervised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0.7379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0.1827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Tuned XGBoost Classifier (Selected)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Supervised Boosting (Tuned)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0.7439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0.1817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 dirty="0"/>
                        <a:t>Selected for Deployment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F84B7168-053E-954D-3C61-10B2C60AD979}"/>
              </a:ext>
            </a:extLst>
          </p:cNvPr>
          <p:cNvSpPr/>
          <p:nvPr/>
        </p:nvSpPr>
        <p:spPr>
          <a:xfrm>
            <a:off x="614891" y="4931929"/>
            <a:ext cx="1096221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rPr sz="1400" dirty="0"/>
              <a:t>Strategic Justification &amp; Key Takeaways</a:t>
            </a:r>
          </a:p>
          <a:p>
            <a:pPr>
              <a:defRPr sz="800" b="1">
                <a:solidFill>
                  <a:srgbClr val="262626"/>
                </a:solidFill>
              </a:defRPr>
            </a:pPr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r>
              <a:rPr sz="1100" dirty="0"/>
              <a:t>Superior Discriminative Power: </a:t>
            </a:r>
            <a:r>
              <a:rPr sz="1100" b="0" dirty="0">
                <a:solidFill>
                  <a:srgbClr val="595959"/>
                </a:solidFill>
              </a:rPr>
              <a:t>Tuned </a:t>
            </a:r>
            <a:r>
              <a:rPr sz="1100" b="0" dirty="0" err="1">
                <a:solidFill>
                  <a:srgbClr val="595959"/>
                </a:solidFill>
              </a:rPr>
              <a:t>XGBoost</a:t>
            </a:r>
            <a:r>
              <a:rPr sz="1100" b="0" dirty="0">
                <a:solidFill>
                  <a:srgbClr val="595959"/>
                </a:solidFill>
              </a:rPr>
              <a:t> delivers the highest ROC-AUC (0.7439), maximizing ranking accuracy for targeting and decision-threshold applications.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r>
              <a:rPr sz="1100" dirty="0"/>
              <a:t>Tuning Optimization Lift: </a:t>
            </a:r>
            <a:r>
              <a:rPr sz="1100" b="0" dirty="0">
                <a:solidFill>
                  <a:srgbClr val="595959"/>
                </a:solidFill>
              </a:rPr>
              <a:t>Hyperparameter optimization increased default </a:t>
            </a:r>
            <a:r>
              <a:rPr sz="1100" b="0" dirty="0" err="1">
                <a:solidFill>
                  <a:srgbClr val="595959"/>
                </a:solidFill>
              </a:rPr>
              <a:t>XGBoost</a:t>
            </a:r>
            <a:r>
              <a:rPr sz="1100" b="0" dirty="0">
                <a:solidFill>
                  <a:srgbClr val="595959"/>
                </a:solidFill>
              </a:rPr>
              <a:t> ROC-AUC by +0.81% (0.7379 to 0.7439) and reduced probability error to 0.1817.</a:t>
            </a:r>
          </a:p>
        </p:txBody>
      </p:sp>
    </p:spTree>
    <p:extLst>
      <p:ext uri="{BB962C8B-B14F-4D97-AF65-F5344CB8AC3E}">
        <p14:creationId xmlns:p14="http://schemas.microsoft.com/office/powerpoint/2010/main" val="15936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9125-FC68-B834-D885-FF4E47353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B2F04F-419C-F36A-586E-B11E7921E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Model Performance Comparison &amp; Selection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874FC-FE76-DB3E-238A-DC0563AFB5E3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4: Model Implementation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" name="Picture 12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22216578-9CF5-45F5-E9E7-D71EF3E00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08DDED-F532-8616-3298-E66B8F88D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920" y="1371310"/>
            <a:ext cx="8345413" cy="492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50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5DF5-8A7A-B11B-8446-CF60DE2A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E35983-E0FE-00A5-9884-45327014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Results &amp;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CD469-EC5E-5951-ACC2-C3D3788DAE3E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PORTFOLIO OVERVIEW: £8.30M total net revenue across 4,372 customers. Core Loyalists and Wholesale VIPs drive 93.7% of total revenue.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E5245-AF55-F322-DEC8-A0EC3CA340DF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4: Model Implementation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6C0495C1-697A-2ECB-E9BF-15013596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E3EAE350-144A-6413-0F06-EFAEC6228B38}"/>
              </a:ext>
            </a:extLst>
          </p:cNvPr>
          <p:cNvSpPr/>
          <p:nvPr/>
        </p:nvSpPr>
        <p:spPr>
          <a:xfrm>
            <a:off x="398274" y="2205713"/>
            <a:ext cx="2750057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lang="en-US" dirty="0"/>
              <a:t>Active Loyalists </a:t>
            </a:r>
            <a:r>
              <a:rPr lang="en-PH" dirty="0"/>
              <a:t>Revenue</a:t>
            </a:r>
          </a:p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lang="en-PH" sz="1100" dirty="0"/>
              <a:t>£5.90M (71.1%)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00" dirty="0"/>
              <a:t>3,211 Active Loyalists (73.4% base)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66AAF4F4-0206-0B2D-D0A0-683A3E021F3F}"/>
              </a:ext>
            </a:extLst>
          </p:cNvPr>
          <p:cNvSpPr/>
          <p:nvPr/>
        </p:nvSpPr>
        <p:spPr>
          <a:xfrm>
            <a:off x="3303779" y="2205713"/>
            <a:ext cx="2697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VIP Wholesale Revenue</a:t>
            </a:r>
          </a:p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100" dirty="0"/>
              <a:t>£1.88M (22.7%)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00" dirty="0"/>
              <a:t>23 Accounts (£81.8k avg spend)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57D831A8-4E86-DF96-65EB-E5164BE6C873}"/>
              </a:ext>
            </a:extLst>
          </p:cNvPr>
          <p:cNvSpPr/>
          <p:nvPr/>
        </p:nvSpPr>
        <p:spPr>
          <a:xfrm>
            <a:off x="9096246" y="2205713"/>
            <a:ext cx="2697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B42828"/>
                </a:solidFill>
              </a:defRPr>
            </a:pPr>
            <a:r>
              <a:rPr lang="en-US" dirty="0"/>
              <a:t>Regular Returners</a:t>
            </a:r>
            <a:endParaRPr dirty="0"/>
          </a:p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100" dirty="0"/>
              <a:t>-£5.65k (-0.07%)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00" dirty="0"/>
              <a:t>63 Accounts (96.5% return ratio)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AE085F2-404D-39F4-48EB-3CF6BE0BC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40570"/>
              </p:ext>
            </p:extLst>
          </p:nvPr>
        </p:nvGraphicFramePr>
        <p:xfrm>
          <a:off x="867834" y="3439601"/>
          <a:ext cx="10456332" cy="2826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32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Cohort /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Customer Count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Net Revenue (£)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Net Rev Share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Avg Spend / Cust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Return-to-Sales Qty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0: Core </a:t>
                      </a:r>
                      <a:r>
                        <a:rPr lang="en-US" sz="1100" dirty="0"/>
                        <a:t>Customers</a:t>
                      </a:r>
                      <a:r>
                        <a:rPr sz="1100" dirty="0"/>
                        <a:t> (Active Loyalists)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3,211 (73.44%)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71.06%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£1,836.77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1: Wholesale </a:t>
                      </a:r>
                      <a:r>
                        <a:rPr lang="en-US" sz="1100" dirty="0"/>
                        <a:t>Customers</a:t>
                      </a:r>
                      <a:r>
                        <a:rPr sz="1100" dirty="0"/>
                        <a:t> (VIP)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23 (0.53%)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22.68%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£81,835.86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2.39%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2: Dormant Buyers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1,075 (24.59%)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£488.95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3: </a:t>
                      </a:r>
                      <a:r>
                        <a:rPr lang="en-US" sz="1100" dirty="0"/>
                        <a:t>Regular </a:t>
                      </a:r>
                      <a:r>
                        <a:rPr sz="1100" dirty="0"/>
                        <a:t>Returners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63 (1.44%)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-0.07%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-£89.70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96.50%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Overall Portfolio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4,372 (100.0%)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£8,300,065.81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100.0%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£1,898.46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 dirty="0"/>
                        <a:t>~4.58%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2C328BD6-8AE1-E7EC-111A-04AA74080952}"/>
              </a:ext>
            </a:extLst>
          </p:cNvPr>
          <p:cNvSpPr/>
          <p:nvPr/>
        </p:nvSpPr>
        <p:spPr>
          <a:xfrm>
            <a:off x="6156706" y="2205713"/>
            <a:ext cx="278409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lang="en-US" dirty="0"/>
              <a:t>Dormant Buyers</a:t>
            </a:r>
            <a:r>
              <a:rPr dirty="0"/>
              <a:t> Revenue</a:t>
            </a:r>
          </a:p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100" dirty="0"/>
              <a:t>£</a:t>
            </a:r>
            <a:r>
              <a:rPr lang="en-US" sz="1100" dirty="0"/>
              <a:t>525K</a:t>
            </a:r>
            <a:r>
              <a:rPr sz="1100" dirty="0"/>
              <a:t> (22.7%)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lang="en-US" sz="1000" dirty="0"/>
              <a:t>1,075</a:t>
            </a:r>
            <a:r>
              <a:rPr sz="1000" dirty="0"/>
              <a:t> Accounts (£</a:t>
            </a:r>
            <a:r>
              <a:rPr lang="en-US" sz="1000" dirty="0"/>
              <a:t>488.9</a:t>
            </a:r>
            <a:r>
              <a:rPr sz="1000" dirty="0"/>
              <a:t> avg spend)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8C70F8-36B7-37A5-4736-52EAC88DA6E1}"/>
              </a:ext>
            </a:extLst>
          </p:cNvPr>
          <p:cNvSpPr txBox="1"/>
          <p:nvPr/>
        </p:nvSpPr>
        <p:spPr>
          <a:xfrm>
            <a:off x="527051" y="1803400"/>
            <a:ext cx="5760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Our approach identified 4 segments as follows:</a:t>
            </a:r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142443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0AEA-8442-2863-A454-29C405CC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961C8D-D811-E914-AF26-181E37403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 &amp; Fairness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3216C7-D6E5-4B1B-05BB-220EE33D4F0A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5: Critical Thinking → Ethical AI &amp; Bias Auditing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3F42A784-E9A0-5161-79BB-2D36A936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5F0AA6-7AF9-B445-1E5F-27173750B926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SHAP values explain individual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decisions, while strict temporal splits, stratified evaluation, and hyperparameter constraints eliminate leakage, imbalance, and overfitting.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5D8A64D5-9CD9-8DEA-B8EE-9EE24DB41339}"/>
              </a:ext>
            </a:extLst>
          </p:cNvPr>
          <p:cNvSpPr/>
          <p:nvPr/>
        </p:nvSpPr>
        <p:spPr>
          <a:xfrm>
            <a:off x="1025525" y="2003214"/>
            <a:ext cx="4548082" cy="4357986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 Interpretability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(SHAP Analysis)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i="1">
                <a:solidFill>
                  <a:srgbClr val="595959"/>
                </a:solidFill>
              </a:defRPr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Frequency (Strongest Positive):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historical purchase frequency (hot pink markers) strongly correlates with high positive SHAP values, confirming habitual order cadence drives repeat purchases.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Recency (Inverse Relationship):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recency (blue markers: recent visits) drives high positive SHAP scores. Extended inactivity (pink markers) is heavily penalized by the model.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Spend (Monetary Value):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Positively impacts purchase likelihood with a narrower band than Frequency—habitual repeat shoppers are prioritized over single large spenders.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Cancellation Rate (Risk Penalty):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cancellation rates exert a modest negative impact on predicted purchase probability, reflecting operational friction.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B303E526-B239-381F-0C9D-9CAD39985259}"/>
              </a:ext>
            </a:extLst>
          </p:cNvPr>
          <p:cNvSpPr/>
          <p:nvPr/>
        </p:nvSpPr>
        <p:spPr>
          <a:xfrm>
            <a:off x="5988684" y="2003214"/>
            <a:ext cx="4548082" cy="4357986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Production Risk Mitigation &amp; Safeguards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F4E7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Leakage Avoidance: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Separated data into a historical observation window and a separate 30-day target window. Features aggregated strictly in observation window to prevent target leakage.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Imbalance Resolution: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Used Stratified Splitting to align train/test class ratios. Evaluated via ROC-AUC (0.7439) for threshold-agnostic ranking and Brier Score (0.1817) for calibration.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Overfitting Controls: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Applied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GridSearchCV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with 3-Fold Cross-Validation. Restricted model complexity via shallow trees 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max_depth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=3), low learning rate (0.05), and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n_estimators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=50.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  <a:latin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97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0EB5FE-F0BB-2580-E553-ACBE39896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70" y="1925965"/>
            <a:ext cx="8571563" cy="32653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D0A275C-B30D-68C3-143E-537FA7C0E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051" y="496800"/>
            <a:ext cx="11137900" cy="611600"/>
          </a:xfrm>
        </p:spPr>
        <p:txBody>
          <a:bodyPr/>
          <a:lstStyle/>
          <a:p>
            <a:r>
              <a:rPr lang="en-US" dirty="0"/>
              <a:t>SHAP Explainer using the optimized tree-based </a:t>
            </a:r>
            <a:r>
              <a:rPr lang="en-US" dirty="0" err="1"/>
              <a:t>XGBoost</a:t>
            </a:r>
            <a:r>
              <a:rPr lang="en-US" dirty="0"/>
              <a:t>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C923C-5C56-0B03-009E-74B9F146A273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5: Critical Thinking → Ethical AI &amp; Bias Auditing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 descr="House black shape for home interface symbol - Free interface ...">
            <a:hlinkClick r:id="rId3" action="ppaction://hlinksldjump"/>
            <a:extLst>
              <a:ext uri="{FF2B5EF4-FFF2-40B4-BE49-F238E27FC236}">
                <a16:creationId xmlns:a16="http://schemas.microsoft.com/office/drawing/2014/main" id="{AE8181D7-7241-0133-E4A8-4E39C8E20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9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D5A2-6942-D7AE-6854-691A166D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6F0639-9749-56A9-687B-3583287D7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Mitigations for Model Limitations &amp; Prediction Bias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4B7CE-7BDD-7570-96C4-603666504D8C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5: Critical Thinking → Ethical AI &amp; Bias Auditing 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AC887456-BACD-6470-2F98-648C94DC6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278036-2EA2-9368-4E3E-FE583C305ABC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Deploying loss reweighting, decision threshold optimization, and probability calibration to eliminate bias and optimize commercial ROI.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9EC83E28-1AF4-18B9-1FA5-E02B2105DC53}"/>
              </a:ext>
            </a:extLst>
          </p:cNvPr>
          <p:cNvSpPr/>
          <p:nvPr/>
        </p:nvSpPr>
        <p:spPr>
          <a:xfrm>
            <a:off x="439844" y="1896534"/>
            <a:ext cx="3527297" cy="354753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PH" sz="1400" dirty="0"/>
              <a:t>1. Class Imbalance Mitigations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lang="en-PH" sz="1100" dirty="0"/>
              <a:t>(Loss Penalization &amp; Augmentation)</a:t>
            </a:r>
          </a:p>
          <a:p>
            <a:pPr>
              <a:defRPr sz="850" i="1">
                <a:solidFill>
                  <a:srgbClr val="595959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PH" sz="1100" b="1" dirty="0">
                <a:solidFill>
                  <a:schemeClr val="tx1"/>
                </a:solidFill>
              </a:rPr>
              <a:t>Loss Reweighting (</a:t>
            </a:r>
            <a:r>
              <a:rPr lang="en-PH" sz="1100" b="1" dirty="0" err="1">
                <a:solidFill>
                  <a:schemeClr val="tx1"/>
                </a:solidFill>
              </a:rPr>
              <a:t>scale_pos_weight</a:t>
            </a:r>
            <a:r>
              <a:rPr lang="en-PH" sz="1100" b="1" dirty="0">
                <a:solidFill>
                  <a:schemeClr val="tx1"/>
                </a:solidFill>
              </a:rPr>
              <a:t>): </a:t>
            </a:r>
            <a:r>
              <a:rPr lang="en-PH" sz="1100" b="0" dirty="0">
                <a:solidFill>
                  <a:schemeClr val="tx1"/>
                </a:solidFill>
              </a:rPr>
              <a:t>Penalizes errors on minority repeat buyers by tuning ratio weights in gradient boosting (</a:t>
            </a:r>
            <a:r>
              <a:rPr lang="en-PH" sz="1100" b="0" dirty="0" err="1">
                <a:solidFill>
                  <a:schemeClr val="tx1"/>
                </a:solidFill>
              </a:rPr>
              <a:t>XGBoost</a:t>
            </a:r>
            <a:r>
              <a:rPr lang="en-PH" sz="1100" b="0" dirty="0">
                <a:solidFill>
                  <a:schemeClr val="tx1"/>
                </a:solidFill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1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PH" sz="1100" b="1" dirty="0">
                <a:solidFill>
                  <a:schemeClr val="tx1"/>
                </a:solidFill>
              </a:rPr>
              <a:t>Synthetic Augmentation (SMOTE): </a:t>
            </a:r>
            <a:r>
              <a:rPr lang="en-PH" sz="1100" b="0" dirty="0">
                <a:solidFill>
                  <a:schemeClr val="tx1"/>
                </a:solidFill>
              </a:rPr>
              <a:t>Generates realistic synthetic feature vectors for repeat buyers strictly within CV folds to prevent memorization.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1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PH" sz="1100" b="0" dirty="0">
              <a:solidFill>
                <a:srgbClr val="595959"/>
              </a:solidFill>
            </a:endParaRP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E9D785D3-1556-F658-75D4-E9C3818C6C1C}"/>
              </a:ext>
            </a:extLst>
          </p:cNvPr>
          <p:cNvSpPr/>
          <p:nvPr/>
        </p:nvSpPr>
        <p:spPr>
          <a:xfrm>
            <a:off x="4266988" y="1896534"/>
            <a:ext cx="3527297" cy="354753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PH" sz="1400" dirty="0"/>
              <a:t>2. Decision Threshold Tuning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r>
              <a:rPr lang="en-PH" sz="1100" i="1" dirty="0">
                <a:solidFill>
                  <a:srgbClr val="595959"/>
                </a:solidFill>
              </a:rPr>
              <a:t>(Cost-Sensitive Utility Optimization)</a:t>
            </a:r>
          </a:p>
          <a:p>
            <a:pPr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100" b="1" dirty="0">
                <a:solidFill>
                  <a:schemeClr val="tx1"/>
                </a:solidFill>
              </a:rPr>
              <a:t>F1 / Youden's J Tuning: </a:t>
            </a:r>
            <a:r>
              <a:rPr lang="en-US" sz="1100" b="0" dirty="0">
                <a:solidFill>
                  <a:schemeClr val="tx1"/>
                </a:solidFill>
              </a:rPr>
              <a:t>Calculates ROC / Precision-Recall curves to find optimal non-0.5 probability thresholds maximizing F1 or G-Mean.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100" b="1" dirty="0">
                <a:solidFill>
                  <a:schemeClr val="tx1"/>
                </a:solidFill>
              </a:rPr>
              <a:t>Cost-Benefit Alignment: </a:t>
            </a:r>
            <a:r>
              <a:rPr lang="en-US" sz="1100" b="0" dirty="0">
                <a:solidFill>
                  <a:schemeClr val="tx1"/>
                </a:solidFill>
              </a:rPr>
              <a:t>Shifts classification boundary based on commercial utility—minimizing expensive False Negatives vs minor promo costs.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E5FC995C-7221-7ED4-0BF8-5E9AA4F2B352}"/>
              </a:ext>
            </a:extLst>
          </p:cNvPr>
          <p:cNvSpPr/>
          <p:nvPr/>
        </p:nvSpPr>
        <p:spPr>
          <a:xfrm>
            <a:off x="8094132" y="1896534"/>
            <a:ext cx="3527297" cy="354753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PH" sz="1400" dirty="0"/>
              <a:t>3. Post-Processing &amp; Calibration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lang="en-PH" sz="1100" dirty="0"/>
              <a:t>(Probability Refinement &amp; Reliability)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100" b="1" dirty="0">
                <a:solidFill>
                  <a:schemeClr val="tx1"/>
                </a:solidFill>
              </a:rPr>
              <a:t>Isotonic / Platt Calibration: </a:t>
            </a:r>
            <a:r>
              <a:rPr lang="en-US" sz="1100" b="0" dirty="0">
                <a:solidFill>
                  <a:schemeClr val="tx1"/>
                </a:solidFill>
              </a:rPr>
              <a:t>Applies post-processing on out-of-fold validation scores to convert tree outputs into true probabilities.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lang="en-US" sz="1100" b="1" dirty="0">
                <a:solidFill>
                  <a:schemeClr val="tx1"/>
                </a:solidFill>
              </a:rPr>
              <a:t>Financial Reliability: </a:t>
            </a:r>
            <a:r>
              <a:rPr lang="en-US" sz="1100" b="0" dirty="0">
                <a:solidFill>
                  <a:schemeClr val="tx1"/>
                </a:solidFill>
              </a:rPr>
              <a:t>Eliminates score clustering near 0/1, providing mathematically sound probabilities for financial forecasting.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0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27E4-CF81-4AD4-EA33-4B801A7B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6BE8C-E004-614E-3AC8-88E96364C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Strategic Recommendations &amp; Execution Roadmap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688F7A-A6BC-7708-AE39-331F5CEA0B7F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EXECUTION ROADMAP: 4-pillar action plan across CRM, VIP concierge, predictive ML win-back, and policy safeguards.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AD6A616-FBC8-97CB-F60C-EAD943E0E644}"/>
              </a:ext>
            </a:extLst>
          </p:cNvPr>
          <p:cNvSpPr/>
          <p:nvPr/>
        </p:nvSpPr>
        <p:spPr>
          <a:xfrm>
            <a:off x="439844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/>
              <a:t>1. </a:t>
            </a:r>
            <a:r>
              <a:rPr lang="en-US" sz="1400" dirty="0"/>
              <a:t>Active Loyalists (</a:t>
            </a:r>
            <a:r>
              <a:rPr sz="1400" dirty="0"/>
              <a:t>Retention</a:t>
            </a:r>
            <a:r>
              <a:rPr lang="en-US" sz="1400" dirty="0"/>
              <a:t>)</a:t>
            </a:r>
          </a:p>
          <a:p>
            <a:pPr algn="ctr">
              <a:defRPr sz="1100" b="1">
                <a:solidFill>
                  <a:srgbClr val="1F4E79"/>
                </a:solidFill>
              </a:defRPr>
            </a:pPr>
            <a:endParaRPr sz="1400" dirty="0"/>
          </a:p>
          <a:p>
            <a:pPr>
              <a:defRPr sz="850" i="1">
                <a:solidFill>
                  <a:srgbClr val="595959"/>
                </a:solidFill>
              </a:defRPr>
            </a:pPr>
            <a:r>
              <a:rPr sz="1100" dirty="0"/>
              <a:t>(Cluster 0 Focus)</a:t>
            </a:r>
            <a:endParaRPr lang="en-US" sz="1100" dirty="0"/>
          </a:p>
          <a:p>
            <a:pPr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NBP Recommendations: </a:t>
            </a:r>
            <a:r>
              <a:rPr sz="1100" b="0" dirty="0">
                <a:solidFill>
                  <a:srgbClr val="595959"/>
                </a:solidFill>
              </a:rPr>
              <a:t>Deploy 'Frequently Bought Together' ML widgets at cart/PDP.</a:t>
            </a: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VIP Tier Escalation: </a:t>
            </a:r>
            <a:r>
              <a:rPr sz="1100" b="0" dirty="0">
                <a:solidFill>
                  <a:srgbClr val="595959"/>
                </a:solidFill>
              </a:rPr>
              <a:t>Build automated triggers for high-frequency spenders to transition into Cluster 1.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LTV Maximization: </a:t>
            </a:r>
            <a:r>
              <a:rPr sz="1100" b="0" dirty="0">
                <a:solidFill>
                  <a:srgbClr val="595959"/>
                </a:solidFill>
              </a:rPr>
              <a:t>Maintain healthy 4.12% return ratio via tailored product previews.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881FF42B-3DCF-EB94-8293-DBAAF03C0A68}"/>
              </a:ext>
            </a:extLst>
          </p:cNvPr>
          <p:cNvSpPr/>
          <p:nvPr/>
        </p:nvSpPr>
        <p:spPr>
          <a:xfrm>
            <a:off x="3290740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/>
              <a:t>2. VIP</a:t>
            </a:r>
            <a:r>
              <a:rPr lang="en-US" sz="1400" dirty="0"/>
              <a:t>s</a:t>
            </a:r>
            <a:r>
              <a:rPr sz="1400" dirty="0"/>
              <a:t> </a:t>
            </a:r>
            <a:endParaRPr lang="en-US" sz="1400" dirty="0"/>
          </a:p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lang="en-US" sz="1400" dirty="0"/>
              <a:t>(Special</a:t>
            </a:r>
            <a:r>
              <a:rPr sz="1400" dirty="0"/>
              <a:t> Care</a:t>
            </a:r>
            <a:r>
              <a:rPr lang="en-US" sz="1400" dirty="0"/>
              <a:t>)</a:t>
            </a:r>
          </a:p>
          <a:p>
            <a:pPr algn="ctr">
              <a:defRPr sz="1100" b="1">
                <a:solidFill>
                  <a:srgbClr val="1F4E79"/>
                </a:solidFill>
              </a:defRPr>
            </a:pPr>
            <a:endParaRPr sz="1400" dirty="0"/>
          </a:p>
          <a:p>
            <a:pPr>
              <a:defRPr sz="850" i="1">
                <a:solidFill>
                  <a:srgbClr val="595959"/>
                </a:solidFill>
              </a:defRPr>
            </a:pPr>
            <a:endParaRPr lang="en-US" sz="1100" dirty="0"/>
          </a:p>
          <a:p>
            <a:pPr>
              <a:defRPr sz="850" i="1">
                <a:solidFill>
                  <a:srgbClr val="595959"/>
                </a:solidFill>
              </a:defRPr>
            </a:pPr>
            <a:r>
              <a:rPr sz="1100" dirty="0"/>
              <a:t>(Cluster 1 Focus)</a:t>
            </a:r>
            <a:endParaRPr lang="en-US" sz="1100" dirty="0"/>
          </a:p>
          <a:p>
            <a:pPr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1-on-1 Account Reps: </a:t>
            </a:r>
            <a:r>
              <a:rPr sz="1100" b="0" dirty="0">
                <a:solidFill>
                  <a:srgbClr val="595959"/>
                </a:solidFill>
              </a:rPr>
              <a:t>Assign dedicated account managers to all 23 corporate accounts.</a:t>
            </a: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Custom Wholesale Portals: </a:t>
            </a:r>
            <a:r>
              <a:rPr sz="1100" b="0" dirty="0">
                <a:solidFill>
                  <a:srgbClr val="595959"/>
                </a:solidFill>
              </a:rPr>
              <a:t>Provide bulk order tools and volume tiering to lock in loyalty.</a:t>
            </a: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Churn Risk Alerts: </a:t>
            </a:r>
            <a:r>
              <a:rPr sz="1100" b="0" dirty="0">
                <a:solidFill>
                  <a:srgbClr val="595959"/>
                </a:solidFill>
              </a:rPr>
              <a:t>Set real-time alerts if order cadence delays beyond 15 days.</a:t>
            </a: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D973BDCA-CA74-8FEC-ACFF-4F879A707CC9}"/>
              </a:ext>
            </a:extLst>
          </p:cNvPr>
          <p:cNvSpPr/>
          <p:nvPr/>
        </p:nvSpPr>
        <p:spPr>
          <a:xfrm>
            <a:off x="6141636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400" dirty="0"/>
              <a:t>3. </a:t>
            </a:r>
            <a:r>
              <a:rPr lang="en-US" sz="1400" dirty="0"/>
              <a:t>Dormant Buyers (</a:t>
            </a:r>
            <a:r>
              <a:rPr sz="1400" dirty="0"/>
              <a:t>ML Re-Engagement</a:t>
            </a:r>
            <a:r>
              <a:rPr lang="en-US" sz="1400" dirty="0"/>
              <a:t>)</a:t>
            </a:r>
          </a:p>
          <a:p>
            <a:pPr algn="ctr">
              <a:defRPr sz="1100" b="1">
                <a:solidFill>
                  <a:srgbClr val="1F4E79"/>
                </a:solidFill>
              </a:defRPr>
            </a:pPr>
            <a:endParaRPr sz="1400" dirty="0"/>
          </a:p>
          <a:p>
            <a:pPr>
              <a:defRPr sz="850" i="1">
                <a:solidFill>
                  <a:srgbClr val="595959"/>
                </a:solidFill>
              </a:defRPr>
            </a:pPr>
            <a:r>
              <a:rPr sz="1100" dirty="0"/>
              <a:t>(Cluster 2 Focus)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30-Day ML Predictor: </a:t>
            </a:r>
            <a:r>
              <a:rPr sz="1100" b="0" dirty="0">
                <a:solidFill>
                  <a:srgbClr val="595959"/>
                </a:solidFill>
              </a:rPr>
              <a:t>Score dormancy risk via </a:t>
            </a:r>
            <a:r>
              <a:rPr sz="1100" b="0" dirty="0" err="1">
                <a:solidFill>
                  <a:srgbClr val="595959"/>
                </a:solidFill>
              </a:rPr>
              <a:t>XGBoost</a:t>
            </a:r>
            <a:r>
              <a:rPr sz="1100" b="0" dirty="0">
                <a:solidFill>
                  <a:srgbClr val="595959"/>
                </a:solidFill>
              </a:rPr>
              <a:t> / Logistic Regression.</a:t>
            </a:r>
            <a:endParaRPr lang="en-US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Dynamic Discounting: </a:t>
            </a:r>
            <a:r>
              <a:rPr sz="1100" b="0" dirty="0">
                <a:solidFill>
                  <a:srgbClr val="595959"/>
                </a:solidFill>
              </a:rPr>
              <a:t>Trigger personalized win-back promo codes based on purchase probability.</a:t>
            </a: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Frequency Boost: </a:t>
            </a:r>
            <a:r>
              <a:rPr sz="1100" b="0" dirty="0">
                <a:solidFill>
                  <a:srgbClr val="595959"/>
                </a:solidFill>
              </a:rPr>
              <a:t>Drive repeat orders from 1,075 dormant buyers to recapture £500k+ potential.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4E34EB67-0694-4A7F-23A5-5E56B644A71F}"/>
              </a:ext>
            </a:extLst>
          </p:cNvPr>
          <p:cNvSpPr/>
          <p:nvPr/>
        </p:nvSpPr>
        <p:spPr>
          <a:xfrm>
            <a:off x="8992532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B42828"/>
                </a:solidFill>
              </a:defRPr>
            </a:pPr>
            <a:r>
              <a:rPr sz="1400" dirty="0">
                <a:solidFill>
                  <a:srgbClr val="1F4E79"/>
                </a:solidFill>
              </a:rPr>
              <a:t>4. </a:t>
            </a:r>
            <a:r>
              <a:rPr lang="en-US" sz="1400" dirty="0">
                <a:solidFill>
                  <a:srgbClr val="1F4E79"/>
                </a:solidFill>
              </a:rPr>
              <a:t>Regular Returners</a:t>
            </a:r>
          </a:p>
          <a:p>
            <a:pPr algn="ctr">
              <a:defRPr sz="1100" b="1">
                <a:solidFill>
                  <a:srgbClr val="B42828"/>
                </a:solidFill>
              </a:defRPr>
            </a:pPr>
            <a:r>
              <a:rPr lang="en-US" sz="1400" dirty="0">
                <a:solidFill>
                  <a:srgbClr val="1F4E79"/>
                </a:solidFill>
              </a:rPr>
              <a:t>(</a:t>
            </a:r>
            <a:r>
              <a:rPr sz="1400" dirty="0">
                <a:solidFill>
                  <a:srgbClr val="1F4E79"/>
                </a:solidFill>
              </a:rPr>
              <a:t>Abuse Safeguards</a:t>
            </a:r>
            <a:r>
              <a:rPr lang="en-US" sz="1400" dirty="0">
                <a:solidFill>
                  <a:srgbClr val="1F4E79"/>
                </a:solidFill>
              </a:rPr>
              <a:t>)</a:t>
            </a:r>
          </a:p>
          <a:p>
            <a:pPr algn="ctr">
              <a:defRPr sz="1100" b="1">
                <a:solidFill>
                  <a:srgbClr val="B42828"/>
                </a:solidFill>
              </a:defRPr>
            </a:pPr>
            <a:endParaRPr sz="1400" dirty="0"/>
          </a:p>
          <a:p>
            <a:pPr>
              <a:defRPr sz="850" i="1">
                <a:solidFill>
                  <a:srgbClr val="595959"/>
                </a:solidFill>
              </a:defRPr>
            </a:pPr>
            <a:r>
              <a:rPr sz="1100" dirty="0"/>
              <a:t>(Cluster 3 Focus)</a:t>
            </a:r>
            <a:endParaRPr lang="en-US" sz="1100" dirty="0"/>
          </a:p>
          <a:p>
            <a:pPr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>
              <a:defRPr sz="850" b="1">
                <a:solidFill>
                  <a:srgbClr val="262626"/>
                </a:solidFill>
              </a:defRPr>
            </a:pPr>
            <a:r>
              <a:rPr sz="1100" dirty="0"/>
              <a:t>• Policy Hard-Caps: </a:t>
            </a:r>
            <a:r>
              <a:rPr sz="1100" b="0" dirty="0">
                <a:solidFill>
                  <a:srgbClr val="595959"/>
                </a:solidFill>
              </a:rPr>
              <a:t>Enforce return fees &amp; stricter windows for return ratios &gt;50%.</a:t>
            </a:r>
            <a:endParaRPr lang="en-US"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r>
              <a:rPr sz="1100" dirty="0"/>
              <a:t>• Automated Checkout Flags: </a:t>
            </a:r>
            <a:r>
              <a:rPr sz="1100" b="0" dirty="0">
                <a:solidFill>
                  <a:srgbClr val="595959"/>
                </a:solidFill>
              </a:rPr>
              <a:t>Flag &amp; block accounts attempting 80k+ return volume abuse.</a:t>
            </a:r>
            <a:endParaRPr lang="en-US"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r>
              <a:rPr sz="1100" dirty="0"/>
              <a:t>• Margin Recovery: </a:t>
            </a:r>
            <a:r>
              <a:rPr sz="1100" b="0" dirty="0">
                <a:solidFill>
                  <a:srgbClr val="595959"/>
                </a:solidFill>
              </a:rPr>
              <a:t>Eliminate -£5.65k net loss and save high reverse-logistics shipping costs.</a:t>
            </a:r>
            <a:endParaRPr lang="en-US"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endParaRPr lang="en-US" sz="1100" b="0" dirty="0">
              <a:solidFill>
                <a:srgbClr val="595959"/>
              </a:solidFill>
            </a:endParaRPr>
          </a:p>
          <a:p>
            <a:pPr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B04B39-E3E6-A726-BFCD-3E5A65E867F0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6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Strategic Recommendations &amp; Roadmap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1" name="Picture 20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5843AE8A-3A94-9F60-F7EC-BA9FEA42A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37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CBEF-FE58-6FD5-DD05-A0DE5377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D670D1-CB63-7F75-98C4-0B4F7D0EF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Projected ROI &amp; Financial Impact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28D94-53AB-6284-4CC5-FB38C7E84A17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Active re-engagement strategies project £439.2k total financial impact across revenue uplift, churn recovery, and cost savings.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2F807D-581F-C955-294B-D9974A39ACA3}"/>
              </a:ext>
            </a:extLst>
          </p:cNvPr>
          <p:cNvSpPr/>
          <p:nvPr/>
        </p:nvSpPr>
        <p:spPr>
          <a:xfrm>
            <a:off x="1110826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Active Loyalists Impact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£288,943.28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Top-Line Revenue Uplift (4.90% ROI)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71A41E7-E0CE-F10B-6839-D4AE35BF5380}"/>
              </a:ext>
            </a:extLst>
          </p:cNvPr>
          <p:cNvSpPr/>
          <p:nvPr/>
        </p:nvSpPr>
        <p:spPr>
          <a:xfrm>
            <a:off x="4437887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Slipping Buyers Yield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12.00% ROI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Highest Efficiency (£63,075.10 Uplift)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F9C3AA0-CE80-73FA-BB8A-A33DBCD7488B}"/>
              </a:ext>
            </a:extLst>
          </p:cNvPr>
          <p:cNvSpPr/>
          <p:nvPr/>
        </p:nvSpPr>
        <p:spPr>
          <a:xfrm>
            <a:off x="7764948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Cost Recovery Benefit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276A3C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76A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£49,525.39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Abusive Returner Savings (Net Loss Fix)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F89669-1F7F-57EC-12C9-A5ADF5ABC5BB}"/>
              </a:ext>
            </a:extLst>
          </p:cNvPr>
          <p:cNvGraphicFramePr>
            <a:graphicFrameLocks noGrp="1"/>
          </p:cNvGraphicFramePr>
          <p:nvPr/>
        </p:nvGraphicFramePr>
        <p:xfrm>
          <a:off x="614890" y="3087793"/>
          <a:ext cx="109622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Customer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Current Contribution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Projected 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Impact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Projected ROI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 (Active Loyalists)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£288,943.28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Top-Line Revenue Uplift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1 (Wholesale VIPs)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£37,644.49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Churn Prevention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2.00%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2 (Slipping Buyers)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£63,075.10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Churn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12.00%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3 (Abusive Returners)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£49,525.39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Operational Cost Savings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N/A (Cost Recovery)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1AC0946C-FD2D-0579-57C5-F31046D0164C}"/>
              </a:ext>
            </a:extLst>
          </p:cNvPr>
          <p:cNvSpPr/>
          <p:nvPr/>
        </p:nvSpPr>
        <p:spPr>
          <a:xfrm>
            <a:off x="570972" y="4707466"/>
            <a:ext cx="1105005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Key Takeaways &amp; Strategic Dynamics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="1">
                <a:solidFill>
                  <a:srgbClr val="262626"/>
                </a:solidFill>
              </a:defRPr>
            </a:pP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Highest Yield (Cluster 2 - Slipping Buyers):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Yields the highest relative efficiency (12.00% ROI), demonstrating that targeted win-back campaigns on dormant segments provide excellent relative yield.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Financial Engine (Cluster 0 - Active Loyalists):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Delivers the highest absolute value expansion (£288,943.28), making them the financial engine of the strategy.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Operational Recovery (Cluster 3 - Abusive Returners):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Treated as an operational recovery play, turning a net loss into a £49.5k cost savings benefit without relying on traditional purchase metrics.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A84450-FA95-5767-6A6A-1307A53DD71D}"/>
              </a:ext>
            </a:extLst>
          </p:cNvPr>
          <p:cNvSpPr/>
          <p:nvPr/>
        </p:nvSpPr>
        <p:spPr>
          <a:xfrm>
            <a:off x="8881533" y="99022"/>
            <a:ext cx="3310467" cy="2952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6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Strategic Recommendations &amp; Roadmap</a:t>
            </a:r>
            <a:endParaRPr kumimoji="0" lang="en-PH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 descr="House black shape for home interface symbol - Free interface ...">
            <a:hlinkClick r:id="rId2" action="ppaction://hlinksldjump"/>
            <a:extLst>
              <a:ext uri="{FF2B5EF4-FFF2-40B4-BE49-F238E27FC236}">
                <a16:creationId xmlns:a16="http://schemas.microsoft.com/office/drawing/2014/main" id="{D7253965-8498-CF8F-D7BB-B30177CF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29" y="92821"/>
            <a:ext cx="352736" cy="3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79001"/>
      </p:ext>
    </p:extLst>
  </p:cSld>
  <p:clrMapOvr>
    <a:masterClrMapping/>
  </p:clrMapOvr>
</p:sld>
</file>

<file path=ppt/theme/theme1.xml><?xml version="1.0" encoding="utf-8"?>
<a:theme xmlns:a="http://schemas.openxmlformats.org/drawingml/2006/main" name="3_Tiger Analytics">
  <a:themeElements>
    <a:clrScheme name="Tiger Colors">
      <a:dk1>
        <a:srgbClr val="000000"/>
      </a:dk1>
      <a:lt1>
        <a:srgbClr val="FFFFFF"/>
      </a:lt1>
      <a:dk2>
        <a:srgbClr val="4F4F4F"/>
      </a:dk2>
      <a:lt2>
        <a:srgbClr val="EBEBEB"/>
      </a:lt2>
      <a:accent1>
        <a:srgbClr val="F7901D"/>
      </a:accent1>
      <a:accent2>
        <a:srgbClr val="4F4F4F"/>
      </a:accent2>
      <a:accent3>
        <a:srgbClr val="AEAEAF"/>
      </a:accent3>
      <a:accent4>
        <a:srgbClr val="05C97F"/>
      </a:accent4>
      <a:accent5>
        <a:srgbClr val="FFBE02"/>
      </a:accent5>
      <a:accent6>
        <a:srgbClr val="00B1E8"/>
      </a:accent6>
      <a:hlink>
        <a:srgbClr val="18749C"/>
      </a:hlink>
      <a:folHlink>
        <a:srgbClr val="1874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10505</TotalTime>
  <Words>3785</Words>
  <Application>Microsoft Office PowerPoint</Application>
  <PresentationFormat>Widescreen</PresentationFormat>
  <Paragraphs>494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Google Sans Text</vt:lpstr>
      <vt:lpstr>Poppins</vt:lpstr>
      <vt:lpstr>Poppins Medium</vt:lpstr>
      <vt:lpstr>3_Tiger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 Molera</dc:creator>
  <cp:lastModifiedBy>Kath Molera</cp:lastModifiedBy>
  <cp:revision>65</cp:revision>
  <dcterms:created xsi:type="dcterms:W3CDTF">2026-09-28T09:48:23Z</dcterms:created>
  <dcterms:modified xsi:type="dcterms:W3CDTF">2026-10-11T14:46:59Z</dcterms:modified>
</cp:coreProperties>
</file>